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5"/>
  </p:notesMasterIdLst>
  <p:handoutMasterIdLst>
    <p:handoutMasterId r:id="rId16"/>
  </p:handoutMasterIdLst>
  <p:sldIdLst>
    <p:sldId id="297" r:id="rId6"/>
    <p:sldId id="298" r:id="rId7"/>
    <p:sldId id="269" r:id="rId8"/>
    <p:sldId id="302" r:id="rId9"/>
    <p:sldId id="303" r:id="rId10"/>
    <p:sldId id="300" r:id="rId11"/>
    <p:sldId id="299" r:id="rId12"/>
    <p:sldId id="304" r:id="rId13"/>
    <p:sldId id="301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D"/>
    <a:srgbClr val="D84400"/>
    <a:srgbClr val="446992"/>
    <a:srgbClr val="AEC2D8"/>
    <a:srgbClr val="98432A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68B73D-E0C8-460F-8438-34BBAB3E461B}" v="1244" dt="2025-08-15T04:38:31.688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 varScale="1">
        <p:scale>
          <a:sx n="70" d="100"/>
          <a:sy n="70" d="100"/>
        </p:scale>
        <p:origin x="536" y="5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y Hlungwani" userId="e2de386a-2d7d-4d29-afa1-7e3a3cbe55e0" providerId="ADAL" clId="{D768B73D-E0C8-460F-8438-34BBAB3E461B}"/>
    <pc:docChg chg="undo redo custSel addSld delSld modSld sldOrd">
      <pc:chgData name="Cathy Hlungwani" userId="e2de386a-2d7d-4d29-afa1-7e3a3cbe55e0" providerId="ADAL" clId="{D768B73D-E0C8-460F-8438-34BBAB3E461B}" dt="2025-08-15T04:38:31.688" v="6691" actId="20577"/>
      <pc:docMkLst>
        <pc:docMk/>
      </pc:docMkLst>
      <pc:sldChg chg="del">
        <pc:chgData name="Cathy Hlungwani" userId="e2de386a-2d7d-4d29-afa1-7e3a3cbe55e0" providerId="ADAL" clId="{D768B73D-E0C8-460F-8438-34BBAB3E461B}" dt="2025-08-15T00:10:48.579" v="5084" actId="2696"/>
        <pc:sldMkLst>
          <pc:docMk/>
          <pc:sldMk cId="3666674671" sldId="261"/>
        </pc:sldMkLst>
      </pc:sldChg>
      <pc:sldChg chg="addSp delSp modSp mod">
        <pc:chgData name="Cathy Hlungwani" userId="e2de386a-2d7d-4d29-afa1-7e3a3cbe55e0" providerId="ADAL" clId="{D768B73D-E0C8-460F-8438-34BBAB3E461B}" dt="2025-08-15T04:32:11.945" v="6659" actId="20577"/>
        <pc:sldMkLst>
          <pc:docMk/>
          <pc:sldMk cId="3604630649" sldId="269"/>
        </pc:sldMkLst>
        <pc:spChg chg="mod">
          <ac:chgData name="Cathy Hlungwani" userId="e2de386a-2d7d-4d29-afa1-7e3a3cbe55e0" providerId="ADAL" clId="{D768B73D-E0C8-460F-8438-34BBAB3E461B}" dt="2025-08-14T05:12:14.294" v="932" actId="20577"/>
          <ac:spMkLst>
            <pc:docMk/>
            <pc:sldMk cId="3604630649" sldId="269"/>
            <ac:spMk id="2" creationId="{D1FC59F6-9B22-C211-4B4C-A2FD4B914C46}"/>
          </ac:spMkLst>
        </pc:spChg>
        <pc:spChg chg="add mod">
          <ac:chgData name="Cathy Hlungwani" userId="e2de386a-2d7d-4d29-afa1-7e3a3cbe55e0" providerId="ADAL" clId="{D768B73D-E0C8-460F-8438-34BBAB3E461B}" dt="2025-08-15T04:32:11.945" v="6659" actId="20577"/>
          <ac:spMkLst>
            <pc:docMk/>
            <pc:sldMk cId="3604630649" sldId="269"/>
            <ac:spMk id="13" creationId="{A660DAF4-4E9E-B36B-C934-4437B58E0165}"/>
          </ac:spMkLst>
        </pc:spChg>
        <pc:spChg chg="add mod">
          <ac:chgData name="Cathy Hlungwani" userId="e2de386a-2d7d-4d29-afa1-7e3a3cbe55e0" providerId="ADAL" clId="{D768B73D-E0C8-460F-8438-34BBAB3E461B}" dt="2025-08-13T11:12:01.791" v="218" actId="20577"/>
          <ac:spMkLst>
            <pc:docMk/>
            <pc:sldMk cId="3604630649" sldId="269"/>
            <ac:spMk id="14" creationId="{AF702276-3A0E-2EB5-B4C0-A31A65ED9AF0}"/>
          </ac:spMkLst>
        </pc:spChg>
        <pc:spChg chg="mod">
          <ac:chgData name="Cathy Hlungwani" userId="e2de386a-2d7d-4d29-afa1-7e3a3cbe55e0" providerId="ADAL" clId="{D768B73D-E0C8-460F-8438-34BBAB3E461B}" dt="2025-08-13T11:12:30.939" v="268" actId="20577"/>
          <ac:spMkLst>
            <pc:docMk/>
            <pc:sldMk cId="3604630649" sldId="269"/>
            <ac:spMk id="28" creationId="{FF6F4951-C469-1F2A-F850-25F16243BF5B}"/>
          </ac:spMkLst>
        </pc:spChg>
        <pc:spChg chg="mod">
          <ac:chgData name="Cathy Hlungwani" userId="e2de386a-2d7d-4d29-afa1-7e3a3cbe55e0" providerId="ADAL" clId="{D768B73D-E0C8-460F-8438-34BBAB3E461B}" dt="2025-08-13T11:12:51.565" v="326" actId="20577"/>
          <ac:spMkLst>
            <pc:docMk/>
            <pc:sldMk cId="3604630649" sldId="269"/>
            <ac:spMk id="29" creationId="{F328BDC9-2DAC-3F5B-5A8A-1ACE1D4AF97C}"/>
          </ac:spMkLst>
        </pc:spChg>
        <pc:picChg chg="add mod modCrop">
          <ac:chgData name="Cathy Hlungwani" userId="e2de386a-2d7d-4d29-afa1-7e3a3cbe55e0" providerId="ADAL" clId="{D768B73D-E0C8-460F-8438-34BBAB3E461B}" dt="2025-08-13T11:07:28.727" v="39" actId="1076"/>
          <ac:picMkLst>
            <pc:docMk/>
            <pc:sldMk cId="3604630649" sldId="269"/>
            <ac:picMk id="5" creationId="{A6FD81B2-3BF5-AD03-A2EA-B63C20F643F8}"/>
          </ac:picMkLst>
        </pc:picChg>
        <pc:picChg chg="add mod ord modCrop">
          <ac:chgData name="Cathy Hlungwani" userId="e2de386a-2d7d-4d29-afa1-7e3a3cbe55e0" providerId="ADAL" clId="{D768B73D-E0C8-460F-8438-34BBAB3E461B}" dt="2025-08-13T11:08:23.559" v="45" actId="1076"/>
          <ac:picMkLst>
            <pc:docMk/>
            <pc:sldMk cId="3604630649" sldId="269"/>
            <ac:picMk id="10" creationId="{E1795C8C-7A88-868F-D6CD-8FDA372B2C89}"/>
          </ac:picMkLst>
        </pc:picChg>
        <pc:picChg chg="add mod modCrop">
          <ac:chgData name="Cathy Hlungwani" userId="e2de386a-2d7d-4d29-afa1-7e3a3cbe55e0" providerId="ADAL" clId="{D768B73D-E0C8-460F-8438-34BBAB3E461B}" dt="2025-08-13T11:09:12.148" v="53" actId="14100"/>
          <ac:picMkLst>
            <pc:docMk/>
            <pc:sldMk cId="3604630649" sldId="269"/>
            <ac:picMk id="12" creationId="{46A3E67A-012B-7114-EBB6-CDF3C296D1B5}"/>
          </ac:picMkLst>
        </pc:picChg>
      </pc:sldChg>
      <pc:sldChg chg="del">
        <pc:chgData name="Cathy Hlungwani" userId="e2de386a-2d7d-4d29-afa1-7e3a3cbe55e0" providerId="ADAL" clId="{D768B73D-E0C8-460F-8438-34BBAB3E461B}" dt="2025-08-15T00:10:42.993" v="5083" actId="2696"/>
        <pc:sldMkLst>
          <pc:docMk/>
          <pc:sldMk cId="1246021298" sldId="279"/>
        </pc:sldMkLst>
      </pc:sldChg>
      <pc:sldChg chg="modSp mod">
        <pc:chgData name="Cathy Hlungwani" userId="e2de386a-2d7d-4d29-afa1-7e3a3cbe55e0" providerId="ADAL" clId="{D768B73D-E0C8-460F-8438-34BBAB3E461B}" dt="2025-08-14T20:22:12.261" v="2176" actId="403"/>
        <pc:sldMkLst>
          <pc:docMk/>
          <pc:sldMk cId="3530111904" sldId="297"/>
        </pc:sldMkLst>
        <pc:spChg chg="mod">
          <ac:chgData name="Cathy Hlungwani" userId="e2de386a-2d7d-4d29-afa1-7e3a3cbe55e0" providerId="ADAL" clId="{D768B73D-E0C8-460F-8438-34BBAB3E461B}" dt="2025-08-14T20:22:12.261" v="2176" actId="403"/>
          <ac:spMkLst>
            <pc:docMk/>
            <pc:sldMk cId="3530111904" sldId="297"/>
            <ac:spMk id="3" creationId="{AC190503-C2C6-37F4-4636-9B4A8A3DE4EB}"/>
          </ac:spMkLst>
        </pc:spChg>
      </pc:sldChg>
      <pc:sldChg chg="modSp mod">
        <pc:chgData name="Cathy Hlungwani" userId="e2de386a-2d7d-4d29-afa1-7e3a3cbe55e0" providerId="ADAL" clId="{D768B73D-E0C8-460F-8438-34BBAB3E461B}" dt="2025-08-15T04:31:18.111" v="6647" actId="20577"/>
        <pc:sldMkLst>
          <pc:docMk/>
          <pc:sldMk cId="2983898450" sldId="298"/>
        </pc:sldMkLst>
        <pc:spChg chg="mod">
          <ac:chgData name="Cathy Hlungwani" userId="e2de386a-2d7d-4d29-afa1-7e3a3cbe55e0" providerId="ADAL" clId="{D768B73D-E0C8-460F-8438-34BBAB3E461B}" dt="2025-08-14T21:18:36.122" v="3082" actId="20577"/>
          <ac:spMkLst>
            <pc:docMk/>
            <pc:sldMk cId="2983898450" sldId="298"/>
            <ac:spMk id="2" creationId="{FFAB2491-275B-9722-AA7D-6BA7B7FA9D55}"/>
          </ac:spMkLst>
        </pc:spChg>
        <pc:spChg chg="mod">
          <ac:chgData name="Cathy Hlungwani" userId="e2de386a-2d7d-4d29-afa1-7e3a3cbe55e0" providerId="ADAL" clId="{D768B73D-E0C8-460F-8438-34BBAB3E461B}" dt="2025-08-15T04:31:18.111" v="6647" actId="20577"/>
          <ac:spMkLst>
            <pc:docMk/>
            <pc:sldMk cId="2983898450" sldId="298"/>
            <ac:spMk id="6" creationId="{C71012BD-BA2A-FF2A-C63E-38BA3174F0F9}"/>
          </ac:spMkLst>
        </pc:spChg>
      </pc:sldChg>
      <pc:sldChg chg="modSp mod">
        <pc:chgData name="Cathy Hlungwani" userId="e2de386a-2d7d-4d29-afa1-7e3a3cbe55e0" providerId="ADAL" clId="{D768B73D-E0C8-460F-8438-34BBAB3E461B}" dt="2025-08-15T04:38:31.688" v="6691" actId="20577"/>
        <pc:sldMkLst>
          <pc:docMk/>
          <pc:sldMk cId="4249807820" sldId="299"/>
        </pc:sldMkLst>
        <pc:spChg chg="mod">
          <ac:chgData name="Cathy Hlungwani" userId="e2de386a-2d7d-4d29-afa1-7e3a3cbe55e0" providerId="ADAL" clId="{D768B73D-E0C8-460F-8438-34BBAB3E461B}" dt="2025-08-14T23:57:30.897" v="5052" actId="27636"/>
          <ac:spMkLst>
            <pc:docMk/>
            <pc:sldMk cId="4249807820" sldId="299"/>
            <ac:spMk id="2" creationId="{E31E562E-09A5-3F4A-AB0F-CCB334D8EF67}"/>
          </ac:spMkLst>
        </pc:spChg>
        <pc:spChg chg="mod">
          <ac:chgData name="Cathy Hlungwani" userId="e2de386a-2d7d-4d29-afa1-7e3a3cbe55e0" providerId="ADAL" clId="{D768B73D-E0C8-460F-8438-34BBAB3E461B}" dt="2025-08-15T00:47:14.479" v="6102" actId="20577"/>
          <ac:spMkLst>
            <pc:docMk/>
            <pc:sldMk cId="4249807820" sldId="299"/>
            <ac:spMk id="12" creationId="{DD5FCA76-FBD8-839C-59C1-ACF7E85A8A9E}"/>
          </ac:spMkLst>
        </pc:spChg>
        <pc:graphicFrameChg chg="mod">
          <ac:chgData name="Cathy Hlungwani" userId="e2de386a-2d7d-4d29-afa1-7e3a3cbe55e0" providerId="ADAL" clId="{D768B73D-E0C8-460F-8438-34BBAB3E461B}" dt="2025-08-15T04:38:31.688" v="6691" actId="20577"/>
          <ac:graphicFrameMkLst>
            <pc:docMk/>
            <pc:sldMk cId="4249807820" sldId="299"/>
            <ac:graphicFrameMk id="6" creationId="{C4A4140D-5B37-D019-F090-DAB639A041D5}"/>
          </ac:graphicFrameMkLst>
        </pc:graphicFrameChg>
      </pc:sldChg>
      <pc:sldChg chg="addSp delSp modSp mod ord">
        <pc:chgData name="Cathy Hlungwani" userId="e2de386a-2d7d-4d29-afa1-7e3a3cbe55e0" providerId="ADAL" clId="{D768B73D-E0C8-460F-8438-34BBAB3E461B}" dt="2025-08-15T01:07:14.137" v="6607" actId="20577"/>
        <pc:sldMkLst>
          <pc:docMk/>
          <pc:sldMk cId="4146654093" sldId="300"/>
        </pc:sldMkLst>
        <pc:spChg chg="mod">
          <ac:chgData name="Cathy Hlungwani" userId="e2de386a-2d7d-4d29-afa1-7e3a3cbe55e0" providerId="ADAL" clId="{D768B73D-E0C8-460F-8438-34BBAB3E461B}" dt="2025-08-14T06:21:10.136" v="1597" actId="20577"/>
          <ac:spMkLst>
            <pc:docMk/>
            <pc:sldMk cId="4146654093" sldId="300"/>
            <ac:spMk id="2" creationId="{FB8BA5CF-8DF1-C4C7-053C-BD4CA1A68E5C}"/>
          </ac:spMkLst>
        </pc:spChg>
        <pc:spChg chg="add mod">
          <ac:chgData name="Cathy Hlungwani" userId="e2de386a-2d7d-4d29-afa1-7e3a3cbe55e0" providerId="ADAL" clId="{D768B73D-E0C8-460F-8438-34BBAB3E461B}" dt="2025-08-15T01:07:14.137" v="6607" actId="20577"/>
          <ac:spMkLst>
            <pc:docMk/>
            <pc:sldMk cId="4146654093" sldId="300"/>
            <ac:spMk id="7" creationId="{B4111A4C-3CF8-20AF-F93C-CCC745C3BFE8}"/>
          </ac:spMkLst>
        </pc:spChg>
        <pc:spChg chg="mod">
          <ac:chgData name="Cathy Hlungwani" userId="e2de386a-2d7d-4d29-afa1-7e3a3cbe55e0" providerId="ADAL" clId="{D768B73D-E0C8-460F-8438-34BBAB3E461B}" dt="2025-08-14T23:22:16.669" v="4192" actId="5793"/>
          <ac:spMkLst>
            <pc:docMk/>
            <pc:sldMk cId="4146654093" sldId="300"/>
            <ac:spMk id="8" creationId="{7A1E2D32-BE39-691A-D63A-59EF3947EF90}"/>
          </ac:spMkLst>
        </pc:spChg>
        <pc:picChg chg="add del mod">
          <ac:chgData name="Cathy Hlungwani" userId="e2de386a-2d7d-4d29-afa1-7e3a3cbe55e0" providerId="ADAL" clId="{D768B73D-E0C8-460F-8438-34BBAB3E461B}" dt="2025-08-14T06:27:14.588" v="1598" actId="478"/>
          <ac:picMkLst>
            <pc:docMk/>
            <pc:sldMk cId="4146654093" sldId="300"/>
            <ac:picMk id="4" creationId="{9342B473-4338-12DC-0898-EEA16D533B7E}"/>
          </ac:picMkLst>
        </pc:picChg>
        <pc:picChg chg="add del mod">
          <ac:chgData name="Cathy Hlungwani" userId="e2de386a-2d7d-4d29-afa1-7e3a3cbe55e0" providerId="ADAL" clId="{D768B73D-E0C8-460F-8438-34BBAB3E461B}" dt="2025-08-14T23:21:32.884" v="4173" actId="478"/>
          <ac:picMkLst>
            <pc:docMk/>
            <pc:sldMk cId="4146654093" sldId="300"/>
            <ac:picMk id="4" creationId="{BF1C861E-487C-E444-81FB-E03F2F6C1676}"/>
          </ac:picMkLst>
        </pc:picChg>
        <pc:picChg chg="add del mod">
          <ac:chgData name="Cathy Hlungwani" userId="e2de386a-2d7d-4d29-afa1-7e3a3cbe55e0" providerId="ADAL" clId="{D768B73D-E0C8-460F-8438-34BBAB3E461B}" dt="2025-08-14T06:16:46.132" v="1572" actId="478"/>
          <ac:picMkLst>
            <pc:docMk/>
            <pc:sldMk cId="4146654093" sldId="300"/>
            <ac:picMk id="5" creationId="{322DF422-E4F0-D3CE-BFBC-AE053490C700}"/>
          </ac:picMkLst>
        </pc:picChg>
        <pc:picChg chg="add mod">
          <ac:chgData name="Cathy Hlungwani" userId="e2de386a-2d7d-4d29-afa1-7e3a3cbe55e0" providerId="ADAL" clId="{D768B73D-E0C8-460F-8438-34BBAB3E461B}" dt="2025-08-14T23:21:53.835" v="4181" actId="1076"/>
          <ac:picMkLst>
            <pc:docMk/>
            <pc:sldMk cId="4146654093" sldId="300"/>
            <ac:picMk id="6" creationId="{51FDC19A-FE3E-A964-DD33-12B421741BE0}"/>
          </ac:picMkLst>
        </pc:picChg>
        <pc:picChg chg="add del mod">
          <ac:chgData name="Cathy Hlungwani" userId="e2de386a-2d7d-4d29-afa1-7e3a3cbe55e0" providerId="ADAL" clId="{D768B73D-E0C8-460F-8438-34BBAB3E461B}" dt="2025-08-14T13:07:42.387" v="2001" actId="478"/>
          <ac:picMkLst>
            <pc:docMk/>
            <pc:sldMk cId="4146654093" sldId="300"/>
            <ac:picMk id="9" creationId="{01071149-A80F-A4A5-7C4E-4D7B7366F8EA}"/>
          </ac:picMkLst>
        </pc:picChg>
        <pc:picChg chg="add del mod">
          <ac:chgData name="Cathy Hlungwani" userId="e2de386a-2d7d-4d29-afa1-7e3a3cbe55e0" providerId="ADAL" clId="{D768B73D-E0C8-460F-8438-34BBAB3E461B}" dt="2025-08-14T21:59:34.056" v="3505" actId="478"/>
          <ac:picMkLst>
            <pc:docMk/>
            <pc:sldMk cId="4146654093" sldId="300"/>
            <ac:picMk id="11" creationId="{B5798925-28A7-6A9A-CF1F-F240AA9B0995}"/>
          </ac:picMkLst>
        </pc:picChg>
      </pc:sldChg>
      <pc:sldChg chg="modSp mod">
        <pc:chgData name="Cathy Hlungwani" userId="e2de386a-2d7d-4d29-afa1-7e3a3cbe55e0" providerId="ADAL" clId="{D768B73D-E0C8-460F-8438-34BBAB3E461B}" dt="2025-08-15T00:13:11.683" v="5210" actId="404"/>
        <pc:sldMkLst>
          <pc:docMk/>
          <pc:sldMk cId="4157263478" sldId="301"/>
        </pc:sldMkLst>
        <pc:spChg chg="mod">
          <ac:chgData name="Cathy Hlungwani" userId="e2de386a-2d7d-4d29-afa1-7e3a3cbe55e0" providerId="ADAL" clId="{D768B73D-E0C8-460F-8438-34BBAB3E461B}" dt="2025-08-15T00:12:49.422" v="5200" actId="20577"/>
          <ac:spMkLst>
            <pc:docMk/>
            <pc:sldMk cId="4157263478" sldId="301"/>
            <ac:spMk id="2" creationId="{4305E674-8006-316C-4F9B-1BF50E2DD856}"/>
          </ac:spMkLst>
        </pc:spChg>
        <pc:spChg chg="mod">
          <ac:chgData name="Cathy Hlungwani" userId="e2de386a-2d7d-4d29-afa1-7e3a3cbe55e0" providerId="ADAL" clId="{D768B73D-E0C8-460F-8438-34BBAB3E461B}" dt="2025-08-15T00:13:11.683" v="5210" actId="404"/>
          <ac:spMkLst>
            <pc:docMk/>
            <pc:sldMk cId="4157263478" sldId="301"/>
            <ac:spMk id="3" creationId="{4CD9AE85-697B-EB16-5089-F1D91D311AC7}"/>
          </ac:spMkLst>
        </pc:spChg>
      </pc:sldChg>
      <pc:sldChg chg="addSp delSp modSp mod ord">
        <pc:chgData name="Cathy Hlungwani" userId="e2de386a-2d7d-4d29-afa1-7e3a3cbe55e0" providerId="ADAL" clId="{D768B73D-E0C8-460F-8438-34BBAB3E461B}" dt="2025-08-14T20:58:50.771" v="2436" actId="20577"/>
        <pc:sldMkLst>
          <pc:docMk/>
          <pc:sldMk cId="1891032639" sldId="302"/>
        </pc:sldMkLst>
        <pc:spChg chg="mod">
          <ac:chgData name="Cathy Hlungwani" userId="e2de386a-2d7d-4d29-afa1-7e3a3cbe55e0" providerId="ADAL" clId="{D768B73D-E0C8-460F-8438-34BBAB3E461B}" dt="2025-08-14T20:56:19.810" v="2265" actId="1076"/>
          <ac:spMkLst>
            <pc:docMk/>
            <pc:sldMk cId="1891032639" sldId="302"/>
            <ac:spMk id="2" creationId="{06C03AC0-8709-96C7-AD6D-20442EA958D2}"/>
          </ac:spMkLst>
        </pc:spChg>
        <pc:spChg chg="mod">
          <ac:chgData name="Cathy Hlungwani" userId="e2de386a-2d7d-4d29-afa1-7e3a3cbe55e0" providerId="ADAL" clId="{D768B73D-E0C8-460F-8438-34BBAB3E461B}" dt="2025-08-14T20:56:25.027" v="2266" actId="1076"/>
          <ac:spMkLst>
            <pc:docMk/>
            <pc:sldMk cId="1891032639" sldId="302"/>
            <ac:spMk id="5" creationId="{F0311FE9-6AEB-C166-8DE7-3434A9B6C3EC}"/>
          </ac:spMkLst>
        </pc:spChg>
        <pc:spChg chg="add del mod">
          <ac:chgData name="Cathy Hlungwani" userId="e2de386a-2d7d-4d29-afa1-7e3a3cbe55e0" providerId="ADAL" clId="{D768B73D-E0C8-460F-8438-34BBAB3E461B}" dt="2025-08-14T20:49:49.446" v="2177"/>
          <ac:spMkLst>
            <pc:docMk/>
            <pc:sldMk cId="1891032639" sldId="302"/>
            <ac:spMk id="6" creationId="{A68014C2-28E9-0311-0245-D04888CAD8B6}"/>
          </ac:spMkLst>
        </pc:spChg>
        <pc:spChg chg="del mod">
          <ac:chgData name="Cathy Hlungwani" userId="e2de386a-2d7d-4d29-afa1-7e3a3cbe55e0" providerId="ADAL" clId="{D768B73D-E0C8-460F-8438-34BBAB3E461B}" dt="2025-08-14T20:56:06.958" v="2264"/>
          <ac:spMkLst>
            <pc:docMk/>
            <pc:sldMk cId="1891032639" sldId="302"/>
            <ac:spMk id="8" creationId="{390AAB80-727C-8FF9-2938-0B94B37BD9DC}"/>
          </ac:spMkLst>
        </pc:spChg>
        <pc:spChg chg="add del mod">
          <ac:chgData name="Cathy Hlungwani" userId="e2de386a-2d7d-4d29-afa1-7e3a3cbe55e0" providerId="ADAL" clId="{D768B73D-E0C8-460F-8438-34BBAB3E461B}" dt="2025-08-14T20:50:36.949" v="2180"/>
          <ac:spMkLst>
            <pc:docMk/>
            <pc:sldMk cId="1891032639" sldId="302"/>
            <ac:spMk id="9" creationId="{3CD41172-38FA-BDBF-2016-23D8A1AB378D}"/>
          </ac:spMkLst>
        </pc:spChg>
        <pc:spChg chg="add del mod">
          <ac:chgData name="Cathy Hlungwani" userId="e2de386a-2d7d-4d29-afa1-7e3a3cbe55e0" providerId="ADAL" clId="{D768B73D-E0C8-460F-8438-34BBAB3E461B}" dt="2025-08-14T20:51:02.649" v="2183"/>
          <ac:spMkLst>
            <pc:docMk/>
            <pc:sldMk cId="1891032639" sldId="302"/>
            <ac:spMk id="12" creationId="{CBF12BE7-287E-26FC-08F6-2E1EB5AF25DA}"/>
          </ac:spMkLst>
        </pc:spChg>
        <pc:spChg chg="add mod">
          <ac:chgData name="Cathy Hlungwani" userId="e2de386a-2d7d-4d29-afa1-7e3a3cbe55e0" providerId="ADAL" clId="{D768B73D-E0C8-460F-8438-34BBAB3E461B}" dt="2025-08-14T20:58:50.771" v="2436" actId="20577"/>
          <ac:spMkLst>
            <pc:docMk/>
            <pc:sldMk cId="1891032639" sldId="302"/>
            <ac:spMk id="16" creationId="{416B07D8-1EA6-8264-AD6A-C52CDC2BA772}"/>
          </ac:spMkLst>
        </pc:spChg>
        <pc:picChg chg="add del mod">
          <ac:chgData name="Cathy Hlungwani" userId="e2de386a-2d7d-4d29-afa1-7e3a3cbe55e0" providerId="ADAL" clId="{D768B73D-E0C8-460F-8438-34BBAB3E461B}" dt="2025-08-14T20:50:33.154" v="2179" actId="478"/>
          <ac:picMkLst>
            <pc:docMk/>
            <pc:sldMk cId="1891032639" sldId="302"/>
            <ac:picMk id="4" creationId="{3D1E33D5-62F8-1C2F-C51E-AE572362107D}"/>
          </ac:picMkLst>
        </pc:picChg>
        <pc:picChg chg="add del mod">
          <ac:chgData name="Cathy Hlungwani" userId="e2de386a-2d7d-4d29-afa1-7e3a3cbe55e0" providerId="ADAL" clId="{D768B73D-E0C8-460F-8438-34BBAB3E461B}" dt="2025-08-14T20:50:59.030" v="2182" actId="478"/>
          <ac:picMkLst>
            <pc:docMk/>
            <pc:sldMk cId="1891032639" sldId="302"/>
            <ac:picMk id="10" creationId="{D63FB706-970E-C4DB-0829-9EACF4B2F573}"/>
          </ac:picMkLst>
        </pc:picChg>
        <pc:picChg chg="add mod">
          <ac:chgData name="Cathy Hlungwani" userId="e2de386a-2d7d-4d29-afa1-7e3a3cbe55e0" providerId="ADAL" clId="{D768B73D-E0C8-460F-8438-34BBAB3E461B}" dt="2025-08-14T20:56:33.003" v="2269" actId="14100"/>
          <ac:picMkLst>
            <pc:docMk/>
            <pc:sldMk cId="1891032639" sldId="302"/>
            <ac:picMk id="13" creationId="{85585632-E89A-6C1D-4F8D-77AF831707CC}"/>
          </ac:picMkLst>
        </pc:picChg>
        <pc:picChg chg="add del mod">
          <ac:chgData name="Cathy Hlungwani" userId="e2de386a-2d7d-4d29-afa1-7e3a3cbe55e0" providerId="ADAL" clId="{D768B73D-E0C8-460F-8438-34BBAB3E461B}" dt="2025-08-14T20:52:12.296" v="2193" actId="478"/>
          <ac:picMkLst>
            <pc:docMk/>
            <pc:sldMk cId="1891032639" sldId="302"/>
            <ac:picMk id="14" creationId="{B620BA78-68E8-CB71-5186-093D240CE93D}"/>
          </ac:picMkLst>
        </pc:picChg>
        <pc:picChg chg="add mod">
          <ac:chgData name="Cathy Hlungwani" userId="e2de386a-2d7d-4d29-afa1-7e3a3cbe55e0" providerId="ADAL" clId="{D768B73D-E0C8-460F-8438-34BBAB3E461B}" dt="2025-08-14T20:56:36.696" v="2270" actId="14100"/>
          <ac:picMkLst>
            <pc:docMk/>
            <pc:sldMk cId="1891032639" sldId="302"/>
            <ac:picMk id="15" creationId="{DA8B76C7-DB6B-127C-7051-5E326ECB8AE6}"/>
          </ac:picMkLst>
        </pc:picChg>
      </pc:sldChg>
      <pc:sldChg chg="addSp delSp modSp add mod ord">
        <pc:chgData name="Cathy Hlungwani" userId="e2de386a-2d7d-4d29-afa1-7e3a3cbe55e0" providerId="ADAL" clId="{D768B73D-E0C8-460F-8438-34BBAB3E461B}" dt="2025-08-15T00:33:59.161" v="5889" actId="208"/>
        <pc:sldMkLst>
          <pc:docMk/>
          <pc:sldMk cId="856979217" sldId="303"/>
        </pc:sldMkLst>
        <pc:spChg chg="mod">
          <ac:chgData name="Cathy Hlungwani" userId="e2de386a-2d7d-4d29-afa1-7e3a3cbe55e0" providerId="ADAL" clId="{D768B73D-E0C8-460F-8438-34BBAB3E461B}" dt="2025-08-14T23:28:22.280" v="4271" actId="20577"/>
          <ac:spMkLst>
            <pc:docMk/>
            <pc:sldMk cId="856979217" sldId="303"/>
            <ac:spMk id="7" creationId="{A4622768-47BA-170A-5880-CEE18C4063BE}"/>
          </ac:spMkLst>
        </pc:spChg>
        <pc:spChg chg="mod">
          <ac:chgData name="Cathy Hlungwani" userId="e2de386a-2d7d-4d29-afa1-7e3a3cbe55e0" providerId="ADAL" clId="{D768B73D-E0C8-460F-8438-34BBAB3E461B}" dt="2025-08-14T07:13:53.761" v="1863" actId="1076"/>
          <ac:spMkLst>
            <pc:docMk/>
            <pc:sldMk cId="856979217" sldId="303"/>
            <ac:spMk id="8" creationId="{AF9CF4AA-1EF6-B8BF-7940-6BCF19A57820}"/>
          </ac:spMkLst>
        </pc:spChg>
        <pc:spChg chg="add del mod">
          <ac:chgData name="Cathy Hlungwani" userId="e2de386a-2d7d-4d29-afa1-7e3a3cbe55e0" providerId="ADAL" clId="{D768B73D-E0C8-460F-8438-34BBAB3E461B}" dt="2025-08-14T23:26:02.639" v="4208" actId="478"/>
          <ac:spMkLst>
            <pc:docMk/>
            <pc:sldMk cId="856979217" sldId="303"/>
            <ac:spMk id="9" creationId="{0E93B338-D3F0-6AEF-58BE-CBAAF463A799}"/>
          </ac:spMkLst>
        </pc:spChg>
        <pc:spChg chg="add mod">
          <ac:chgData name="Cathy Hlungwani" userId="e2de386a-2d7d-4d29-afa1-7e3a3cbe55e0" providerId="ADAL" clId="{D768B73D-E0C8-460F-8438-34BBAB3E461B}" dt="2025-08-15T00:33:59.161" v="5889" actId="208"/>
          <ac:spMkLst>
            <pc:docMk/>
            <pc:sldMk cId="856979217" sldId="303"/>
            <ac:spMk id="10" creationId="{D9031BB3-4B2D-48E7-51D5-64E38ED137CC}"/>
          </ac:spMkLst>
        </pc:spChg>
        <pc:picChg chg="add del mod modCrop">
          <ac:chgData name="Cathy Hlungwani" userId="e2de386a-2d7d-4d29-afa1-7e3a3cbe55e0" providerId="ADAL" clId="{D768B73D-E0C8-460F-8438-34BBAB3E461B}" dt="2025-08-14T23:23:57.585" v="4193" actId="478"/>
          <ac:picMkLst>
            <pc:docMk/>
            <pc:sldMk cId="856979217" sldId="303"/>
            <ac:picMk id="4" creationId="{8F47AC54-7492-E1DB-F400-8CBFC8DCE573}"/>
          </ac:picMkLst>
        </pc:picChg>
        <pc:picChg chg="add mod modCrop">
          <ac:chgData name="Cathy Hlungwani" userId="e2de386a-2d7d-4d29-afa1-7e3a3cbe55e0" providerId="ADAL" clId="{D768B73D-E0C8-460F-8438-34BBAB3E461B}" dt="2025-08-14T23:27:50.624" v="4262" actId="1076"/>
          <ac:picMkLst>
            <pc:docMk/>
            <pc:sldMk cId="856979217" sldId="303"/>
            <ac:picMk id="5" creationId="{5B77E5C7-FA4B-52F0-998E-45B0C930CB58}"/>
          </ac:picMkLst>
        </pc:picChg>
        <pc:picChg chg="add del mod">
          <ac:chgData name="Cathy Hlungwani" userId="e2de386a-2d7d-4d29-afa1-7e3a3cbe55e0" providerId="ADAL" clId="{D768B73D-E0C8-460F-8438-34BBAB3E461B}" dt="2025-08-14T23:24:31.700" v="4201" actId="478"/>
          <ac:picMkLst>
            <pc:docMk/>
            <pc:sldMk cId="856979217" sldId="303"/>
            <ac:picMk id="6" creationId="{29B3042B-FF50-2677-4B52-D4BD503FB498}"/>
          </ac:picMkLst>
        </pc:picChg>
        <pc:picChg chg="del">
          <ac:chgData name="Cathy Hlungwani" userId="e2de386a-2d7d-4d29-afa1-7e3a3cbe55e0" providerId="ADAL" clId="{D768B73D-E0C8-460F-8438-34BBAB3E461B}" dt="2025-08-14T07:03:04.589" v="1650" actId="478"/>
          <ac:picMkLst>
            <pc:docMk/>
            <pc:sldMk cId="856979217" sldId="303"/>
            <ac:picMk id="9" creationId="{95D7DCD9-5841-6454-6A0E-4A754F2F0AEB}"/>
          </ac:picMkLst>
        </pc:picChg>
        <pc:picChg chg="add del mod">
          <ac:chgData name="Cathy Hlungwani" userId="e2de386a-2d7d-4d29-afa1-7e3a3cbe55e0" providerId="ADAL" clId="{D768B73D-E0C8-460F-8438-34BBAB3E461B}" dt="2025-08-14T19:23:25.206" v="2011" actId="22"/>
          <ac:picMkLst>
            <pc:docMk/>
            <pc:sldMk cId="856979217" sldId="303"/>
            <ac:picMk id="11" creationId="{579EF5C3-D03C-E201-559F-061BE90CD042}"/>
          </ac:picMkLst>
        </pc:picChg>
        <pc:picChg chg="add mod">
          <ac:chgData name="Cathy Hlungwani" userId="e2de386a-2d7d-4d29-afa1-7e3a3cbe55e0" providerId="ADAL" clId="{D768B73D-E0C8-460F-8438-34BBAB3E461B}" dt="2025-08-14T23:29:54.705" v="4273" actId="1076"/>
          <ac:picMkLst>
            <pc:docMk/>
            <pc:sldMk cId="856979217" sldId="303"/>
            <ac:picMk id="12" creationId="{8FCD8E91-7BFB-DAEB-45EA-B42C20BF25B1}"/>
          </ac:picMkLst>
        </pc:picChg>
      </pc:sldChg>
      <pc:sldChg chg="addSp delSp modSp add mod ord">
        <pc:chgData name="Cathy Hlungwani" userId="e2de386a-2d7d-4d29-afa1-7e3a3cbe55e0" providerId="ADAL" clId="{D768B73D-E0C8-460F-8438-34BBAB3E461B}" dt="2025-08-15T00:32:57.643" v="5884" actId="20577"/>
        <pc:sldMkLst>
          <pc:docMk/>
          <pc:sldMk cId="3285061587" sldId="304"/>
        </pc:sldMkLst>
        <pc:spChg chg="mod">
          <ac:chgData name="Cathy Hlungwani" userId="e2de386a-2d7d-4d29-afa1-7e3a3cbe55e0" providerId="ADAL" clId="{D768B73D-E0C8-460F-8438-34BBAB3E461B}" dt="2025-08-15T00:21:15.248" v="5446" actId="20577"/>
          <ac:spMkLst>
            <pc:docMk/>
            <pc:sldMk cId="3285061587" sldId="304"/>
            <ac:spMk id="2" creationId="{FE626EF9-685B-B161-13AE-761CEC76314C}"/>
          </ac:spMkLst>
        </pc:spChg>
        <pc:spChg chg="mod">
          <ac:chgData name="Cathy Hlungwani" userId="e2de386a-2d7d-4d29-afa1-7e3a3cbe55e0" providerId="ADAL" clId="{D768B73D-E0C8-460F-8438-34BBAB3E461B}" dt="2025-08-15T00:21:55.894" v="5512" actId="20577"/>
          <ac:spMkLst>
            <pc:docMk/>
            <pc:sldMk cId="3285061587" sldId="304"/>
            <ac:spMk id="5" creationId="{E4C94543-8B9A-6BCC-86E6-B6F140A9CE84}"/>
          </ac:spMkLst>
        </pc:spChg>
        <pc:spChg chg="add del mod">
          <ac:chgData name="Cathy Hlungwani" userId="e2de386a-2d7d-4d29-afa1-7e3a3cbe55e0" providerId="ADAL" clId="{D768B73D-E0C8-460F-8438-34BBAB3E461B}" dt="2025-08-15T00:15:47.304" v="5262" actId="22"/>
          <ac:spMkLst>
            <pc:docMk/>
            <pc:sldMk cId="3285061587" sldId="304"/>
            <ac:spMk id="6" creationId="{87950999-3B52-9D24-B689-64339BBFE344}"/>
          </ac:spMkLst>
        </pc:spChg>
        <pc:spChg chg="add mod">
          <ac:chgData name="Cathy Hlungwani" userId="e2de386a-2d7d-4d29-afa1-7e3a3cbe55e0" providerId="ADAL" clId="{D768B73D-E0C8-460F-8438-34BBAB3E461B}" dt="2025-08-15T00:23:59.623" v="5623" actId="1076"/>
          <ac:spMkLst>
            <pc:docMk/>
            <pc:sldMk cId="3285061587" sldId="304"/>
            <ac:spMk id="14" creationId="{8C7FA0E5-62BB-8FE4-6B56-798BFA1DB058}"/>
          </ac:spMkLst>
        </pc:spChg>
        <pc:spChg chg="del">
          <ac:chgData name="Cathy Hlungwani" userId="e2de386a-2d7d-4d29-afa1-7e3a3cbe55e0" providerId="ADAL" clId="{D768B73D-E0C8-460F-8438-34BBAB3E461B}" dt="2025-08-15T00:17:28.755" v="5270" actId="478"/>
          <ac:spMkLst>
            <pc:docMk/>
            <pc:sldMk cId="3285061587" sldId="304"/>
            <ac:spMk id="16" creationId="{EEFF48AE-6B2A-A216-0DB7-E4AF010087CB}"/>
          </ac:spMkLst>
        </pc:spChg>
        <pc:spChg chg="add mod">
          <ac:chgData name="Cathy Hlungwani" userId="e2de386a-2d7d-4d29-afa1-7e3a3cbe55e0" providerId="ADAL" clId="{D768B73D-E0C8-460F-8438-34BBAB3E461B}" dt="2025-08-15T00:24:13.392" v="5628" actId="20577"/>
          <ac:spMkLst>
            <pc:docMk/>
            <pc:sldMk cId="3285061587" sldId="304"/>
            <ac:spMk id="17" creationId="{8FD78542-37D2-6DD8-5269-3FEA59DA530C}"/>
          </ac:spMkLst>
        </pc:spChg>
        <pc:spChg chg="add del mod">
          <ac:chgData name="Cathy Hlungwani" userId="e2de386a-2d7d-4d29-afa1-7e3a3cbe55e0" providerId="ADAL" clId="{D768B73D-E0C8-460F-8438-34BBAB3E461B}" dt="2025-08-15T00:24:39.038" v="5633"/>
          <ac:spMkLst>
            <pc:docMk/>
            <pc:sldMk cId="3285061587" sldId="304"/>
            <ac:spMk id="18" creationId="{1079578B-58F8-D8AE-6F1E-EC42BDFE179C}"/>
          </ac:spMkLst>
        </pc:spChg>
        <pc:spChg chg="add mod">
          <ac:chgData name="Cathy Hlungwani" userId="e2de386a-2d7d-4d29-afa1-7e3a3cbe55e0" providerId="ADAL" clId="{D768B73D-E0C8-460F-8438-34BBAB3E461B}" dt="2025-08-15T00:32:57.643" v="5884" actId="20577"/>
          <ac:spMkLst>
            <pc:docMk/>
            <pc:sldMk cId="3285061587" sldId="304"/>
            <ac:spMk id="19" creationId="{C58DB405-7987-D3AC-7C91-00C4C7DB00A8}"/>
          </ac:spMkLst>
        </pc:spChg>
        <pc:picChg chg="add mod ord">
          <ac:chgData name="Cathy Hlungwani" userId="e2de386a-2d7d-4d29-afa1-7e3a3cbe55e0" providerId="ADAL" clId="{D768B73D-E0C8-460F-8438-34BBAB3E461B}" dt="2025-08-15T00:24:06.835" v="5625" actId="1076"/>
          <ac:picMkLst>
            <pc:docMk/>
            <pc:sldMk cId="3285061587" sldId="304"/>
            <ac:picMk id="8" creationId="{E17C9DBE-9E8E-FC35-C8A5-818466ACD55E}"/>
          </ac:picMkLst>
        </pc:picChg>
        <pc:picChg chg="add mod">
          <ac:chgData name="Cathy Hlungwani" userId="e2de386a-2d7d-4d29-afa1-7e3a3cbe55e0" providerId="ADAL" clId="{D768B73D-E0C8-460F-8438-34BBAB3E461B}" dt="2025-08-15T00:24:24.705" v="5629" actId="1076"/>
          <ac:picMkLst>
            <pc:docMk/>
            <pc:sldMk cId="3285061587" sldId="304"/>
            <ac:picMk id="10" creationId="{06E1F187-92CA-7C47-F147-A63AA7AE4549}"/>
          </ac:picMkLst>
        </pc:picChg>
        <pc:picChg chg="add mod">
          <ac:chgData name="Cathy Hlungwani" userId="e2de386a-2d7d-4d29-afa1-7e3a3cbe55e0" providerId="ADAL" clId="{D768B73D-E0C8-460F-8438-34BBAB3E461B}" dt="2025-08-15T00:24:04.440" v="5624" actId="1076"/>
          <ac:picMkLst>
            <pc:docMk/>
            <pc:sldMk cId="3285061587" sldId="304"/>
            <ac:picMk id="12" creationId="{B9059CD9-C6D4-631B-9542-2EFFD1E94F31}"/>
          </ac:picMkLst>
        </pc:picChg>
        <pc:picChg chg="del">
          <ac:chgData name="Cathy Hlungwani" userId="e2de386a-2d7d-4d29-afa1-7e3a3cbe55e0" providerId="ADAL" clId="{D768B73D-E0C8-460F-8438-34BBAB3E461B}" dt="2025-08-15T00:15:38.365" v="5260" actId="478"/>
          <ac:picMkLst>
            <pc:docMk/>
            <pc:sldMk cId="3285061587" sldId="304"/>
            <ac:picMk id="13" creationId="{57DC0732-BD30-B6F5-95BE-48556FF1C53E}"/>
          </ac:picMkLst>
        </pc:picChg>
        <pc:picChg chg="del">
          <ac:chgData name="Cathy Hlungwani" userId="e2de386a-2d7d-4d29-afa1-7e3a3cbe55e0" providerId="ADAL" clId="{D768B73D-E0C8-460F-8438-34BBAB3E461B}" dt="2025-08-15T00:15:54.815" v="5264" actId="478"/>
          <ac:picMkLst>
            <pc:docMk/>
            <pc:sldMk cId="3285061587" sldId="304"/>
            <ac:picMk id="15" creationId="{5498D126-4441-C8B6-4A47-4BEED4C3B4C9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D6A007-6E21-4C07-99B9-BDD9EEEDB17F}" type="doc">
      <dgm:prSet loTypeId="urn:microsoft.com/office/officeart/2005/8/layout/chevron2" loCatId="list" qsTypeId="urn:microsoft.com/office/officeart/2005/8/quickstyle/simple1" qsCatId="simple" csTypeId="urn:microsoft.com/office/officeart/2005/8/colors/accent2_5" csCatId="accent2" phldr="1"/>
      <dgm:spPr/>
      <dgm:t>
        <a:bodyPr/>
        <a:lstStyle/>
        <a:p>
          <a:endParaRPr lang="en-ZA"/>
        </a:p>
      </dgm:t>
    </dgm:pt>
    <dgm:pt modelId="{1CC28405-945B-4E4A-AF1D-0C85B0391B61}">
      <dgm:prSet phldrT="[Text]"/>
      <dgm:spPr/>
      <dgm:t>
        <a:bodyPr/>
        <a:lstStyle/>
        <a:p>
          <a:r>
            <a:rPr lang="en-US" b="1" dirty="0"/>
            <a:t>Data ingestion</a:t>
          </a:r>
          <a:endParaRPr lang="en-ZA" b="1" dirty="0"/>
        </a:p>
      </dgm:t>
    </dgm:pt>
    <dgm:pt modelId="{58E3E1F4-A53D-4F6D-929E-AFCF91DBD0D7}" type="parTrans" cxnId="{30723F79-24E0-42BA-B364-80B410F57289}">
      <dgm:prSet/>
      <dgm:spPr/>
      <dgm:t>
        <a:bodyPr/>
        <a:lstStyle/>
        <a:p>
          <a:endParaRPr lang="en-ZA"/>
        </a:p>
      </dgm:t>
    </dgm:pt>
    <dgm:pt modelId="{7184E8F0-43B5-44C0-AD99-2CF45CA54786}" type="sibTrans" cxnId="{30723F79-24E0-42BA-B364-80B410F57289}">
      <dgm:prSet/>
      <dgm:spPr/>
      <dgm:t>
        <a:bodyPr/>
        <a:lstStyle/>
        <a:p>
          <a:endParaRPr lang="en-ZA"/>
        </a:p>
      </dgm:t>
    </dgm:pt>
    <dgm:pt modelId="{81B5BBB2-EF3C-46B3-90C1-5AD65C576746}">
      <dgm:prSet phldrT="[Text]"/>
      <dgm:spPr/>
      <dgm:t>
        <a:bodyPr/>
        <a:lstStyle/>
        <a:p>
          <a:r>
            <a:rPr lang="en-US" b="1" dirty="0"/>
            <a:t>Combinatorial cross-validation</a:t>
          </a:r>
          <a:endParaRPr lang="en-ZA" b="1" dirty="0"/>
        </a:p>
      </dgm:t>
    </dgm:pt>
    <dgm:pt modelId="{4ADA9309-9D68-4BDE-8849-638BF710B472}" type="parTrans" cxnId="{CE46868A-6FD1-4BAF-A03A-CBCD079B2C6C}">
      <dgm:prSet/>
      <dgm:spPr/>
      <dgm:t>
        <a:bodyPr/>
        <a:lstStyle/>
        <a:p>
          <a:endParaRPr lang="en-ZA"/>
        </a:p>
      </dgm:t>
    </dgm:pt>
    <dgm:pt modelId="{B55CC43B-D31D-44E2-9622-E0B00E13D34F}" type="sibTrans" cxnId="{CE46868A-6FD1-4BAF-A03A-CBCD079B2C6C}">
      <dgm:prSet/>
      <dgm:spPr/>
      <dgm:t>
        <a:bodyPr/>
        <a:lstStyle/>
        <a:p>
          <a:endParaRPr lang="en-ZA"/>
        </a:p>
      </dgm:t>
    </dgm:pt>
    <dgm:pt modelId="{EE7F882A-8D73-45EE-9EAD-AC5A4BD6F6C1}">
      <dgm:prSet phldrT="[Text]"/>
      <dgm:spPr/>
      <dgm:t>
        <a:bodyPr/>
        <a:lstStyle/>
        <a:p>
          <a:r>
            <a:rPr lang="en-ZA" b="1" dirty="0"/>
            <a:t>Walk-forward validations</a:t>
          </a:r>
        </a:p>
      </dgm:t>
    </dgm:pt>
    <dgm:pt modelId="{8D10A9F4-5D16-4772-B2B5-7FB7D4C44AC7}" type="parTrans" cxnId="{FA6706B7-ED20-4CE0-84EB-145CAFAE9AEE}">
      <dgm:prSet/>
      <dgm:spPr/>
      <dgm:t>
        <a:bodyPr/>
        <a:lstStyle/>
        <a:p>
          <a:endParaRPr lang="en-ZA"/>
        </a:p>
      </dgm:t>
    </dgm:pt>
    <dgm:pt modelId="{AB9D57B4-E472-4572-BBE0-014ADC230048}" type="sibTrans" cxnId="{FA6706B7-ED20-4CE0-84EB-145CAFAE9AEE}">
      <dgm:prSet/>
      <dgm:spPr/>
      <dgm:t>
        <a:bodyPr/>
        <a:lstStyle/>
        <a:p>
          <a:endParaRPr lang="en-ZA"/>
        </a:p>
      </dgm:t>
    </dgm:pt>
    <dgm:pt modelId="{49373D9D-44B6-4A20-8923-D35375CBB13B}">
      <dgm:prSet/>
      <dgm:spPr/>
      <dgm:t>
        <a:bodyPr/>
        <a:lstStyle/>
        <a:p>
          <a:r>
            <a:rPr lang="en-US" b="1" dirty="0"/>
            <a:t>Code efficiency</a:t>
          </a:r>
          <a:endParaRPr lang="en-ZA" b="1" dirty="0"/>
        </a:p>
      </dgm:t>
    </dgm:pt>
    <dgm:pt modelId="{D328446A-060D-4209-8098-AE822495679E}" type="parTrans" cxnId="{F7DF2D46-09A2-495A-B0A1-D67DE2BFDAAA}">
      <dgm:prSet/>
      <dgm:spPr/>
      <dgm:t>
        <a:bodyPr/>
        <a:lstStyle/>
        <a:p>
          <a:endParaRPr lang="en-ZA"/>
        </a:p>
      </dgm:t>
    </dgm:pt>
    <dgm:pt modelId="{0EE6BD95-D549-449C-A6B1-77EDBB65F880}" type="sibTrans" cxnId="{F7DF2D46-09A2-495A-B0A1-D67DE2BFDAAA}">
      <dgm:prSet/>
      <dgm:spPr/>
      <dgm:t>
        <a:bodyPr/>
        <a:lstStyle/>
        <a:p>
          <a:endParaRPr lang="en-ZA"/>
        </a:p>
      </dgm:t>
    </dgm:pt>
    <dgm:pt modelId="{C241B654-2B90-4733-8BE2-C1ABB74B26C0}">
      <dgm:prSet/>
      <dgm:spPr/>
      <dgm:t>
        <a:bodyPr/>
        <a:lstStyle/>
        <a:p>
          <a:r>
            <a:rPr lang="en-US" dirty="0"/>
            <a:t>Import selected features.</a:t>
          </a:r>
          <a:endParaRPr lang="en-ZA" dirty="0"/>
        </a:p>
      </dgm:t>
    </dgm:pt>
    <dgm:pt modelId="{EF5733AF-BB4F-429B-94E6-669349E7C8A7}" type="parTrans" cxnId="{D607EF26-74B7-4EC1-8600-F4F2B6288315}">
      <dgm:prSet/>
      <dgm:spPr/>
      <dgm:t>
        <a:bodyPr/>
        <a:lstStyle/>
        <a:p>
          <a:endParaRPr lang="en-ZA"/>
        </a:p>
      </dgm:t>
    </dgm:pt>
    <dgm:pt modelId="{699BD556-C0BA-4222-B783-8E32E0948FB2}" type="sibTrans" cxnId="{D607EF26-74B7-4EC1-8600-F4F2B6288315}">
      <dgm:prSet/>
      <dgm:spPr/>
      <dgm:t>
        <a:bodyPr/>
        <a:lstStyle/>
        <a:p>
          <a:endParaRPr lang="en-ZA"/>
        </a:p>
      </dgm:t>
    </dgm:pt>
    <dgm:pt modelId="{1A547166-BDDA-4878-A363-3EE568CB5C19}">
      <dgm:prSet/>
      <dgm:spPr/>
      <dgm:t>
        <a:bodyPr/>
        <a:lstStyle/>
        <a:p>
          <a:r>
            <a:rPr lang="en-US" dirty="0"/>
            <a:t>Output best parameters.</a:t>
          </a:r>
          <a:endParaRPr lang="en-ZA" dirty="0"/>
        </a:p>
      </dgm:t>
    </dgm:pt>
    <dgm:pt modelId="{8F54649B-2FC1-48AD-AC13-A082F97915BE}" type="parTrans" cxnId="{4EAE97F1-1C34-4C54-9E08-7D4CF6C7C5D1}">
      <dgm:prSet/>
      <dgm:spPr/>
      <dgm:t>
        <a:bodyPr/>
        <a:lstStyle/>
        <a:p>
          <a:endParaRPr lang="en-ZA"/>
        </a:p>
      </dgm:t>
    </dgm:pt>
    <dgm:pt modelId="{F9CE37B3-1335-4504-8C2E-1F1CB4CE7037}" type="sibTrans" cxnId="{4EAE97F1-1C34-4C54-9E08-7D4CF6C7C5D1}">
      <dgm:prSet/>
      <dgm:spPr/>
      <dgm:t>
        <a:bodyPr/>
        <a:lstStyle/>
        <a:p>
          <a:endParaRPr lang="en-ZA"/>
        </a:p>
      </dgm:t>
    </dgm:pt>
    <dgm:pt modelId="{6715C99B-645A-4436-88D7-E71134BBAE52}">
      <dgm:prSet/>
      <dgm:spPr/>
      <dgm:t>
        <a:bodyPr/>
        <a:lstStyle/>
        <a:p>
          <a:r>
            <a:rPr lang="en-US" dirty="0"/>
            <a:t>CV splits = 10 (~24m each split), test splits = 2 (~48m), Purge gap =9m.</a:t>
          </a:r>
          <a:endParaRPr lang="en-ZA" dirty="0"/>
        </a:p>
      </dgm:t>
    </dgm:pt>
    <dgm:pt modelId="{8C16C23E-815E-4C96-A49C-1E2804630506}" type="parTrans" cxnId="{EADA3ABA-07E9-4DAD-BDE0-7D569CC62056}">
      <dgm:prSet/>
      <dgm:spPr/>
      <dgm:t>
        <a:bodyPr/>
        <a:lstStyle/>
        <a:p>
          <a:endParaRPr lang="en-ZA"/>
        </a:p>
      </dgm:t>
    </dgm:pt>
    <dgm:pt modelId="{13563E73-7EE9-42AD-A539-3F40C0156AFD}" type="sibTrans" cxnId="{EADA3ABA-07E9-4DAD-BDE0-7D569CC62056}">
      <dgm:prSet/>
      <dgm:spPr/>
      <dgm:t>
        <a:bodyPr/>
        <a:lstStyle/>
        <a:p>
          <a:endParaRPr lang="en-ZA"/>
        </a:p>
      </dgm:t>
    </dgm:pt>
    <dgm:pt modelId="{179A8588-A7F1-4249-821A-58CFB891A538}">
      <dgm:prSet/>
      <dgm:spPr/>
      <dgm:t>
        <a:bodyPr/>
        <a:lstStyle/>
        <a:p>
          <a:r>
            <a:rPr lang="en-US" dirty="0"/>
            <a:t>Use best parameters to make predictions.</a:t>
          </a:r>
          <a:endParaRPr lang="en-ZA" dirty="0"/>
        </a:p>
      </dgm:t>
    </dgm:pt>
    <dgm:pt modelId="{026A9FE3-4DF3-43A5-9D0A-114282A5F637}" type="parTrans" cxnId="{1FC482F5-F73C-44C2-A0C6-A2EAE7A2669E}">
      <dgm:prSet/>
      <dgm:spPr/>
      <dgm:t>
        <a:bodyPr/>
        <a:lstStyle/>
        <a:p>
          <a:endParaRPr lang="en-ZA"/>
        </a:p>
      </dgm:t>
    </dgm:pt>
    <dgm:pt modelId="{4A578E6F-8355-41DD-94F5-04D697EA7C3B}" type="sibTrans" cxnId="{1FC482F5-F73C-44C2-A0C6-A2EAE7A2669E}">
      <dgm:prSet/>
      <dgm:spPr/>
      <dgm:t>
        <a:bodyPr/>
        <a:lstStyle/>
        <a:p>
          <a:endParaRPr lang="en-ZA"/>
        </a:p>
      </dgm:t>
    </dgm:pt>
    <dgm:pt modelId="{C4D13D01-74F1-44F2-B569-08E5A395BDB6}">
      <dgm:prSet/>
      <dgm:spPr/>
      <dgm:t>
        <a:bodyPr/>
        <a:lstStyle/>
        <a:p>
          <a:r>
            <a:rPr lang="en-US" dirty="0"/>
            <a:t>Parameters tuned: learning rate, </a:t>
          </a:r>
          <a:r>
            <a:rPr lang="en-US" dirty="0" err="1"/>
            <a:t>max_depth</a:t>
          </a:r>
          <a:r>
            <a:rPr lang="en-US" dirty="0"/>
            <a:t>.</a:t>
          </a:r>
          <a:endParaRPr lang="en-ZA" dirty="0"/>
        </a:p>
      </dgm:t>
    </dgm:pt>
    <dgm:pt modelId="{494E63B1-6053-452B-A380-F692AF341771}" type="parTrans" cxnId="{A34FF0E6-5F08-42AF-828E-4B685A177880}">
      <dgm:prSet/>
      <dgm:spPr/>
      <dgm:t>
        <a:bodyPr/>
        <a:lstStyle/>
        <a:p>
          <a:endParaRPr lang="en-ZA"/>
        </a:p>
      </dgm:t>
    </dgm:pt>
    <dgm:pt modelId="{2E61B6E4-8667-434C-B701-54967F4E4D2C}" type="sibTrans" cxnId="{A34FF0E6-5F08-42AF-828E-4B685A177880}">
      <dgm:prSet/>
      <dgm:spPr/>
      <dgm:t>
        <a:bodyPr/>
        <a:lstStyle/>
        <a:p>
          <a:endParaRPr lang="en-ZA"/>
        </a:p>
      </dgm:t>
    </dgm:pt>
    <dgm:pt modelId="{92C89A23-D947-4DE0-9744-42C9A08FD0AC}">
      <dgm:prSet/>
      <dgm:spPr/>
      <dgm:t>
        <a:bodyPr/>
        <a:lstStyle/>
        <a:p>
          <a:r>
            <a:rPr lang="en-US" dirty="0"/>
            <a:t>50 features and 239 months of data</a:t>
          </a:r>
          <a:endParaRPr lang="en-ZA" dirty="0"/>
        </a:p>
      </dgm:t>
    </dgm:pt>
    <dgm:pt modelId="{E8C1FB41-6D7F-43ED-A7A3-E477286DDA2B}" type="parTrans" cxnId="{0AE05681-B657-4245-8CFB-0FEB107982B9}">
      <dgm:prSet/>
      <dgm:spPr/>
      <dgm:t>
        <a:bodyPr/>
        <a:lstStyle/>
        <a:p>
          <a:endParaRPr lang="en-ZA"/>
        </a:p>
      </dgm:t>
    </dgm:pt>
    <dgm:pt modelId="{AB5F70E0-7E19-4F6F-B0FF-5913F5F1E176}" type="sibTrans" cxnId="{0AE05681-B657-4245-8CFB-0FEB107982B9}">
      <dgm:prSet/>
      <dgm:spPr/>
      <dgm:t>
        <a:bodyPr/>
        <a:lstStyle/>
        <a:p>
          <a:endParaRPr lang="en-ZA"/>
        </a:p>
      </dgm:t>
    </dgm:pt>
    <dgm:pt modelId="{A22BDF43-7110-4485-B343-EFDEF3795296}">
      <dgm:prSet/>
      <dgm:spPr/>
      <dgm:t>
        <a:bodyPr/>
        <a:lstStyle/>
        <a:p>
          <a:r>
            <a:rPr lang="en-US" dirty="0"/>
            <a:t>Lag features by a month.</a:t>
          </a:r>
          <a:endParaRPr lang="en-ZA" dirty="0"/>
        </a:p>
      </dgm:t>
    </dgm:pt>
    <dgm:pt modelId="{A3FA64CB-7F9D-41A4-A956-2EB47244E4CF}" type="parTrans" cxnId="{B117341E-E108-4B28-92BF-24D3A7C20798}">
      <dgm:prSet/>
      <dgm:spPr/>
      <dgm:t>
        <a:bodyPr/>
        <a:lstStyle/>
        <a:p>
          <a:endParaRPr lang="en-ZA"/>
        </a:p>
      </dgm:t>
    </dgm:pt>
    <dgm:pt modelId="{3DA0BF22-B0E7-498F-AB02-406A6D172389}" type="sibTrans" cxnId="{B117341E-E108-4B28-92BF-24D3A7C20798}">
      <dgm:prSet/>
      <dgm:spPr/>
      <dgm:t>
        <a:bodyPr/>
        <a:lstStyle/>
        <a:p>
          <a:endParaRPr lang="en-ZA"/>
        </a:p>
      </dgm:t>
    </dgm:pt>
    <dgm:pt modelId="{6CFCAE84-902D-485D-A8E2-7CD4693E3F17}">
      <dgm:prSet/>
      <dgm:spPr/>
      <dgm:t>
        <a:bodyPr/>
        <a:lstStyle/>
        <a:p>
          <a:r>
            <a:rPr lang="en-US" dirty="0"/>
            <a:t>The CCV is very slow limiting the number of parameters one can tune.</a:t>
          </a:r>
          <a:endParaRPr lang="en-ZA" dirty="0"/>
        </a:p>
      </dgm:t>
    </dgm:pt>
    <dgm:pt modelId="{5C78AEFC-26E1-4AD8-BB7E-303F85CBB9AC}" type="parTrans" cxnId="{B454E47F-E363-4A6D-96E6-A03E391AF86B}">
      <dgm:prSet/>
      <dgm:spPr/>
      <dgm:t>
        <a:bodyPr/>
        <a:lstStyle/>
        <a:p>
          <a:endParaRPr lang="en-ZA"/>
        </a:p>
      </dgm:t>
    </dgm:pt>
    <dgm:pt modelId="{F19D4823-CC42-40FB-850F-F7AC600F4394}" type="sibTrans" cxnId="{B454E47F-E363-4A6D-96E6-A03E391AF86B}">
      <dgm:prSet/>
      <dgm:spPr/>
      <dgm:t>
        <a:bodyPr/>
        <a:lstStyle/>
        <a:p>
          <a:endParaRPr lang="en-ZA"/>
        </a:p>
      </dgm:t>
    </dgm:pt>
    <dgm:pt modelId="{4770445E-10E7-4C6B-8470-80698C96AC13}">
      <dgm:prSet/>
      <dgm:spPr/>
      <dgm:t>
        <a:bodyPr/>
        <a:lstStyle/>
        <a:p>
          <a:r>
            <a:rPr lang="en-US" dirty="0"/>
            <a:t>Make 12 forward prediction. </a:t>
          </a:r>
          <a:endParaRPr lang="en-ZA" dirty="0"/>
        </a:p>
      </dgm:t>
    </dgm:pt>
    <dgm:pt modelId="{6E06958B-7801-40FF-9B76-23E2B717B0F9}" type="parTrans" cxnId="{2649E81B-E1F3-4007-BB4D-48A57BE98159}">
      <dgm:prSet/>
      <dgm:spPr/>
      <dgm:t>
        <a:bodyPr/>
        <a:lstStyle/>
        <a:p>
          <a:endParaRPr lang="en-ZA"/>
        </a:p>
      </dgm:t>
    </dgm:pt>
    <dgm:pt modelId="{A7981283-CE0A-4B48-A392-B39CFF651C17}" type="sibTrans" cxnId="{2649E81B-E1F3-4007-BB4D-48A57BE98159}">
      <dgm:prSet/>
      <dgm:spPr/>
      <dgm:t>
        <a:bodyPr/>
        <a:lstStyle/>
        <a:p>
          <a:endParaRPr lang="en-ZA"/>
        </a:p>
      </dgm:t>
    </dgm:pt>
    <dgm:pt modelId="{4D57971D-D058-40E4-89EA-6927B03D2794}" type="pres">
      <dgm:prSet presAssocID="{69D6A007-6E21-4C07-99B9-BDD9EEEDB17F}" presName="linearFlow" presStyleCnt="0">
        <dgm:presLayoutVars>
          <dgm:dir/>
          <dgm:animLvl val="lvl"/>
          <dgm:resizeHandles val="exact"/>
        </dgm:presLayoutVars>
      </dgm:prSet>
      <dgm:spPr/>
    </dgm:pt>
    <dgm:pt modelId="{A8682A71-FD5E-420D-9FF2-092F7F00F4AF}" type="pres">
      <dgm:prSet presAssocID="{1CC28405-945B-4E4A-AF1D-0C85B0391B61}" presName="composite" presStyleCnt="0"/>
      <dgm:spPr/>
    </dgm:pt>
    <dgm:pt modelId="{5DC80B74-527C-4A3B-BB22-2873685F745C}" type="pres">
      <dgm:prSet presAssocID="{1CC28405-945B-4E4A-AF1D-0C85B0391B61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D30FE7A7-EE20-468C-9F99-B69B1D24C438}" type="pres">
      <dgm:prSet presAssocID="{1CC28405-945B-4E4A-AF1D-0C85B0391B61}" presName="descendantText" presStyleLbl="alignAcc1" presStyleIdx="0" presStyleCnt="4">
        <dgm:presLayoutVars>
          <dgm:bulletEnabled val="1"/>
        </dgm:presLayoutVars>
      </dgm:prSet>
      <dgm:spPr/>
    </dgm:pt>
    <dgm:pt modelId="{B62A6A7F-3438-4F80-8745-03782F5D71DD}" type="pres">
      <dgm:prSet presAssocID="{7184E8F0-43B5-44C0-AD99-2CF45CA54786}" presName="sp" presStyleCnt="0"/>
      <dgm:spPr/>
    </dgm:pt>
    <dgm:pt modelId="{CE941E7B-004E-4C31-8A49-F2C60C03D4D5}" type="pres">
      <dgm:prSet presAssocID="{81B5BBB2-EF3C-46B3-90C1-5AD65C576746}" presName="composite" presStyleCnt="0"/>
      <dgm:spPr/>
    </dgm:pt>
    <dgm:pt modelId="{44257FC3-AEC7-47DC-AA2B-D403C65F7017}" type="pres">
      <dgm:prSet presAssocID="{81B5BBB2-EF3C-46B3-90C1-5AD65C576746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5651F2D9-4014-4DD3-9439-4C978F004EA3}" type="pres">
      <dgm:prSet presAssocID="{81B5BBB2-EF3C-46B3-90C1-5AD65C576746}" presName="descendantText" presStyleLbl="alignAcc1" presStyleIdx="1" presStyleCnt="4">
        <dgm:presLayoutVars>
          <dgm:bulletEnabled val="1"/>
        </dgm:presLayoutVars>
      </dgm:prSet>
      <dgm:spPr/>
    </dgm:pt>
    <dgm:pt modelId="{9BF25135-FB4D-45EA-BBE5-3C45CC454A5C}" type="pres">
      <dgm:prSet presAssocID="{B55CC43B-D31D-44E2-9622-E0B00E13D34F}" presName="sp" presStyleCnt="0"/>
      <dgm:spPr/>
    </dgm:pt>
    <dgm:pt modelId="{0EB47D09-4E9B-44E9-8230-BCBCF5CB0D14}" type="pres">
      <dgm:prSet presAssocID="{EE7F882A-8D73-45EE-9EAD-AC5A4BD6F6C1}" presName="composite" presStyleCnt="0"/>
      <dgm:spPr/>
    </dgm:pt>
    <dgm:pt modelId="{A45B10CF-87CB-49C5-B2D0-12EC0E7A0665}" type="pres">
      <dgm:prSet presAssocID="{EE7F882A-8D73-45EE-9EAD-AC5A4BD6F6C1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DA53C6CD-4FE3-4ACF-876B-4C5A91FDF12D}" type="pres">
      <dgm:prSet presAssocID="{EE7F882A-8D73-45EE-9EAD-AC5A4BD6F6C1}" presName="descendantText" presStyleLbl="alignAcc1" presStyleIdx="2" presStyleCnt="4">
        <dgm:presLayoutVars>
          <dgm:bulletEnabled val="1"/>
        </dgm:presLayoutVars>
      </dgm:prSet>
      <dgm:spPr/>
    </dgm:pt>
    <dgm:pt modelId="{660FC5CA-1EF3-4C17-A8C7-791FDFE00F47}" type="pres">
      <dgm:prSet presAssocID="{AB9D57B4-E472-4572-BBE0-014ADC230048}" presName="sp" presStyleCnt="0"/>
      <dgm:spPr/>
    </dgm:pt>
    <dgm:pt modelId="{83E1F2FE-778F-4EDC-AAE9-F56269CE2BE2}" type="pres">
      <dgm:prSet presAssocID="{49373D9D-44B6-4A20-8923-D35375CBB13B}" presName="composite" presStyleCnt="0"/>
      <dgm:spPr/>
    </dgm:pt>
    <dgm:pt modelId="{288B8E2F-CCE7-47F3-9FB2-458FC132F0CA}" type="pres">
      <dgm:prSet presAssocID="{49373D9D-44B6-4A20-8923-D35375CBB13B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EADD0EF0-6D42-4755-8CB1-D44CBA0035C6}" type="pres">
      <dgm:prSet presAssocID="{49373D9D-44B6-4A20-8923-D35375CBB13B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9B30BF03-65B5-488F-8E24-E0E99D3FF491}" type="presOf" srcId="{EE7F882A-8D73-45EE-9EAD-AC5A4BD6F6C1}" destId="{A45B10CF-87CB-49C5-B2D0-12EC0E7A0665}" srcOrd="0" destOrd="0" presId="urn:microsoft.com/office/officeart/2005/8/layout/chevron2"/>
    <dgm:cxn modelId="{E9278B05-D929-4EBD-9C05-F1DAD180755E}" type="presOf" srcId="{81B5BBB2-EF3C-46B3-90C1-5AD65C576746}" destId="{44257FC3-AEC7-47DC-AA2B-D403C65F7017}" srcOrd="0" destOrd="0" presId="urn:microsoft.com/office/officeart/2005/8/layout/chevron2"/>
    <dgm:cxn modelId="{5FE27307-1753-4063-8F35-A6CF47A1CB40}" type="presOf" srcId="{69D6A007-6E21-4C07-99B9-BDD9EEEDB17F}" destId="{4D57971D-D058-40E4-89EA-6927B03D2794}" srcOrd="0" destOrd="0" presId="urn:microsoft.com/office/officeart/2005/8/layout/chevron2"/>
    <dgm:cxn modelId="{114CD211-2FB3-41D0-A7D2-A346356A338D}" type="presOf" srcId="{6CFCAE84-902D-485D-A8E2-7CD4693E3F17}" destId="{EADD0EF0-6D42-4755-8CB1-D44CBA0035C6}" srcOrd="0" destOrd="0" presId="urn:microsoft.com/office/officeart/2005/8/layout/chevron2"/>
    <dgm:cxn modelId="{2649E81B-E1F3-4007-BB4D-48A57BE98159}" srcId="{EE7F882A-8D73-45EE-9EAD-AC5A4BD6F6C1}" destId="{4770445E-10E7-4C6B-8470-80698C96AC13}" srcOrd="1" destOrd="0" parTransId="{6E06958B-7801-40FF-9B76-23E2B717B0F9}" sibTransId="{A7981283-CE0A-4B48-A392-B39CFF651C17}"/>
    <dgm:cxn modelId="{B117341E-E108-4B28-92BF-24D3A7C20798}" srcId="{1CC28405-945B-4E4A-AF1D-0C85B0391B61}" destId="{A22BDF43-7110-4485-B343-EFDEF3795296}" srcOrd="1" destOrd="0" parTransId="{A3FA64CB-7F9D-41A4-A956-2EB47244E4CF}" sibTransId="{3DA0BF22-B0E7-498F-AB02-406A6D172389}"/>
    <dgm:cxn modelId="{D607EF26-74B7-4EC1-8600-F4F2B6288315}" srcId="{1CC28405-945B-4E4A-AF1D-0C85B0391B61}" destId="{C241B654-2B90-4733-8BE2-C1ABB74B26C0}" srcOrd="0" destOrd="0" parTransId="{EF5733AF-BB4F-429B-94E6-669349E7C8A7}" sibTransId="{699BD556-C0BA-4222-B783-8E32E0948FB2}"/>
    <dgm:cxn modelId="{A3E2242F-6508-4307-99D1-E7B34D4863EB}" type="presOf" srcId="{92C89A23-D947-4DE0-9744-42C9A08FD0AC}" destId="{D30FE7A7-EE20-468C-9F99-B69B1D24C438}" srcOrd="0" destOrd="2" presId="urn:microsoft.com/office/officeart/2005/8/layout/chevron2"/>
    <dgm:cxn modelId="{ED58095B-274D-4CC3-89EA-85E9A79CC6E8}" type="presOf" srcId="{1A547166-BDDA-4878-A363-3EE568CB5C19}" destId="{5651F2D9-4014-4DD3-9439-4C978F004EA3}" srcOrd="0" destOrd="2" presId="urn:microsoft.com/office/officeart/2005/8/layout/chevron2"/>
    <dgm:cxn modelId="{F7DF2D46-09A2-495A-B0A1-D67DE2BFDAAA}" srcId="{69D6A007-6E21-4C07-99B9-BDD9EEEDB17F}" destId="{49373D9D-44B6-4A20-8923-D35375CBB13B}" srcOrd="3" destOrd="0" parTransId="{D328446A-060D-4209-8098-AE822495679E}" sibTransId="{0EE6BD95-D549-449C-A6B1-77EDBB65F880}"/>
    <dgm:cxn modelId="{30723F79-24E0-42BA-B364-80B410F57289}" srcId="{69D6A007-6E21-4C07-99B9-BDD9EEEDB17F}" destId="{1CC28405-945B-4E4A-AF1D-0C85B0391B61}" srcOrd="0" destOrd="0" parTransId="{58E3E1F4-A53D-4F6D-929E-AFCF91DBD0D7}" sibTransId="{7184E8F0-43B5-44C0-AD99-2CF45CA54786}"/>
    <dgm:cxn modelId="{5786497E-8E97-46F9-9C42-F23BEAA0920A}" type="presOf" srcId="{49373D9D-44B6-4A20-8923-D35375CBB13B}" destId="{288B8E2F-CCE7-47F3-9FB2-458FC132F0CA}" srcOrd="0" destOrd="0" presId="urn:microsoft.com/office/officeart/2005/8/layout/chevron2"/>
    <dgm:cxn modelId="{B454E47F-E363-4A6D-96E6-A03E391AF86B}" srcId="{49373D9D-44B6-4A20-8923-D35375CBB13B}" destId="{6CFCAE84-902D-485D-A8E2-7CD4693E3F17}" srcOrd="0" destOrd="0" parTransId="{5C78AEFC-26E1-4AD8-BB7E-303F85CBB9AC}" sibTransId="{F19D4823-CC42-40FB-850F-F7AC600F4394}"/>
    <dgm:cxn modelId="{0AE05681-B657-4245-8CFB-0FEB107982B9}" srcId="{1CC28405-945B-4E4A-AF1D-0C85B0391B61}" destId="{92C89A23-D947-4DE0-9744-42C9A08FD0AC}" srcOrd="2" destOrd="0" parTransId="{E8C1FB41-6D7F-43ED-A7A3-E477286DDA2B}" sibTransId="{AB5F70E0-7E19-4F6F-B0FF-5913F5F1E176}"/>
    <dgm:cxn modelId="{CE46868A-6FD1-4BAF-A03A-CBCD079B2C6C}" srcId="{69D6A007-6E21-4C07-99B9-BDD9EEEDB17F}" destId="{81B5BBB2-EF3C-46B3-90C1-5AD65C576746}" srcOrd="1" destOrd="0" parTransId="{4ADA9309-9D68-4BDE-8849-638BF710B472}" sibTransId="{B55CC43B-D31D-44E2-9622-E0B00E13D34F}"/>
    <dgm:cxn modelId="{E162B395-4215-4575-B0B4-7271C0006B6B}" type="presOf" srcId="{4770445E-10E7-4C6B-8470-80698C96AC13}" destId="{DA53C6CD-4FE3-4ACF-876B-4C5A91FDF12D}" srcOrd="0" destOrd="1" presId="urn:microsoft.com/office/officeart/2005/8/layout/chevron2"/>
    <dgm:cxn modelId="{C266FC95-F545-4574-BCDB-971C604804D2}" type="presOf" srcId="{C241B654-2B90-4733-8BE2-C1ABB74B26C0}" destId="{D30FE7A7-EE20-468C-9F99-B69B1D24C438}" srcOrd="0" destOrd="0" presId="urn:microsoft.com/office/officeart/2005/8/layout/chevron2"/>
    <dgm:cxn modelId="{2E82F4AB-470D-4F03-995D-2A1883A3016B}" type="presOf" srcId="{179A8588-A7F1-4249-821A-58CFB891A538}" destId="{DA53C6CD-4FE3-4ACF-876B-4C5A91FDF12D}" srcOrd="0" destOrd="0" presId="urn:microsoft.com/office/officeart/2005/8/layout/chevron2"/>
    <dgm:cxn modelId="{3A7876AF-4F07-45FA-A510-35BB208AE496}" type="presOf" srcId="{1CC28405-945B-4E4A-AF1D-0C85B0391B61}" destId="{5DC80B74-527C-4A3B-BB22-2873685F745C}" srcOrd="0" destOrd="0" presId="urn:microsoft.com/office/officeart/2005/8/layout/chevron2"/>
    <dgm:cxn modelId="{FA6706B7-ED20-4CE0-84EB-145CAFAE9AEE}" srcId="{69D6A007-6E21-4C07-99B9-BDD9EEEDB17F}" destId="{EE7F882A-8D73-45EE-9EAD-AC5A4BD6F6C1}" srcOrd="2" destOrd="0" parTransId="{8D10A9F4-5D16-4772-B2B5-7FB7D4C44AC7}" sibTransId="{AB9D57B4-E472-4572-BBE0-014ADC230048}"/>
    <dgm:cxn modelId="{6EADACB8-7250-40BC-BBBC-47E1AFCB084D}" type="presOf" srcId="{C4D13D01-74F1-44F2-B569-08E5A395BDB6}" destId="{5651F2D9-4014-4DD3-9439-4C978F004EA3}" srcOrd="0" destOrd="1" presId="urn:microsoft.com/office/officeart/2005/8/layout/chevron2"/>
    <dgm:cxn modelId="{EADA3ABA-07E9-4DAD-BDE0-7D569CC62056}" srcId="{81B5BBB2-EF3C-46B3-90C1-5AD65C576746}" destId="{6715C99B-645A-4436-88D7-E71134BBAE52}" srcOrd="0" destOrd="0" parTransId="{8C16C23E-815E-4C96-A49C-1E2804630506}" sibTransId="{13563E73-7EE9-42AD-A539-3F40C0156AFD}"/>
    <dgm:cxn modelId="{6A127CDA-B131-4BF7-9F89-4B6E094B01DF}" type="presOf" srcId="{6715C99B-645A-4436-88D7-E71134BBAE52}" destId="{5651F2D9-4014-4DD3-9439-4C978F004EA3}" srcOrd="0" destOrd="0" presId="urn:microsoft.com/office/officeart/2005/8/layout/chevron2"/>
    <dgm:cxn modelId="{A34FF0E6-5F08-42AF-828E-4B685A177880}" srcId="{81B5BBB2-EF3C-46B3-90C1-5AD65C576746}" destId="{C4D13D01-74F1-44F2-B569-08E5A395BDB6}" srcOrd="1" destOrd="0" parTransId="{494E63B1-6053-452B-A380-F692AF341771}" sibTransId="{2E61B6E4-8667-434C-B701-54967F4E4D2C}"/>
    <dgm:cxn modelId="{4EAE97F1-1C34-4C54-9E08-7D4CF6C7C5D1}" srcId="{81B5BBB2-EF3C-46B3-90C1-5AD65C576746}" destId="{1A547166-BDDA-4878-A363-3EE568CB5C19}" srcOrd="2" destOrd="0" parTransId="{8F54649B-2FC1-48AD-AC13-A082F97915BE}" sibTransId="{F9CE37B3-1335-4504-8C2E-1F1CB4CE7037}"/>
    <dgm:cxn modelId="{1FC482F5-F73C-44C2-A0C6-A2EAE7A2669E}" srcId="{EE7F882A-8D73-45EE-9EAD-AC5A4BD6F6C1}" destId="{179A8588-A7F1-4249-821A-58CFB891A538}" srcOrd="0" destOrd="0" parTransId="{026A9FE3-4DF3-43A5-9D0A-114282A5F637}" sibTransId="{4A578E6F-8355-41DD-94F5-04D697EA7C3B}"/>
    <dgm:cxn modelId="{3719A7FC-3A49-4418-95A6-2747C3CAFA53}" type="presOf" srcId="{A22BDF43-7110-4485-B343-EFDEF3795296}" destId="{D30FE7A7-EE20-468C-9F99-B69B1D24C438}" srcOrd="0" destOrd="1" presId="urn:microsoft.com/office/officeart/2005/8/layout/chevron2"/>
    <dgm:cxn modelId="{36E310BC-46D6-45FE-BCB4-73B6871F646D}" type="presParOf" srcId="{4D57971D-D058-40E4-89EA-6927B03D2794}" destId="{A8682A71-FD5E-420D-9FF2-092F7F00F4AF}" srcOrd="0" destOrd="0" presId="urn:microsoft.com/office/officeart/2005/8/layout/chevron2"/>
    <dgm:cxn modelId="{9350A0FE-1703-4519-9477-F299CC482755}" type="presParOf" srcId="{A8682A71-FD5E-420D-9FF2-092F7F00F4AF}" destId="{5DC80B74-527C-4A3B-BB22-2873685F745C}" srcOrd="0" destOrd="0" presId="urn:microsoft.com/office/officeart/2005/8/layout/chevron2"/>
    <dgm:cxn modelId="{8DD9B8D3-ECF7-41C3-A828-847DC10DB4F5}" type="presParOf" srcId="{A8682A71-FD5E-420D-9FF2-092F7F00F4AF}" destId="{D30FE7A7-EE20-468C-9F99-B69B1D24C438}" srcOrd="1" destOrd="0" presId="urn:microsoft.com/office/officeart/2005/8/layout/chevron2"/>
    <dgm:cxn modelId="{3B680F36-AE33-40C9-A520-B4B6C034A5A9}" type="presParOf" srcId="{4D57971D-D058-40E4-89EA-6927B03D2794}" destId="{B62A6A7F-3438-4F80-8745-03782F5D71DD}" srcOrd="1" destOrd="0" presId="urn:microsoft.com/office/officeart/2005/8/layout/chevron2"/>
    <dgm:cxn modelId="{F3D7F38B-B927-4EA9-A713-E7B80B3E61F1}" type="presParOf" srcId="{4D57971D-D058-40E4-89EA-6927B03D2794}" destId="{CE941E7B-004E-4C31-8A49-F2C60C03D4D5}" srcOrd="2" destOrd="0" presId="urn:microsoft.com/office/officeart/2005/8/layout/chevron2"/>
    <dgm:cxn modelId="{CC36073F-9D62-4E4E-8FF7-6C42070E9EC8}" type="presParOf" srcId="{CE941E7B-004E-4C31-8A49-F2C60C03D4D5}" destId="{44257FC3-AEC7-47DC-AA2B-D403C65F7017}" srcOrd="0" destOrd="0" presId="urn:microsoft.com/office/officeart/2005/8/layout/chevron2"/>
    <dgm:cxn modelId="{B415B255-3619-4E32-AF37-1792A82B530B}" type="presParOf" srcId="{CE941E7B-004E-4C31-8A49-F2C60C03D4D5}" destId="{5651F2D9-4014-4DD3-9439-4C978F004EA3}" srcOrd="1" destOrd="0" presId="urn:microsoft.com/office/officeart/2005/8/layout/chevron2"/>
    <dgm:cxn modelId="{55594766-755B-47C1-934C-6721942E4FBF}" type="presParOf" srcId="{4D57971D-D058-40E4-89EA-6927B03D2794}" destId="{9BF25135-FB4D-45EA-BBE5-3C45CC454A5C}" srcOrd="3" destOrd="0" presId="urn:microsoft.com/office/officeart/2005/8/layout/chevron2"/>
    <dgm:cxn modelId="{580FDB21-91DF-4E18-B1A5-C877FA5D0939}" type="presParOf" srcId="{4D57971D-D058-40E4-89EA-6927B03D2794}" destId="{0EB47D09-4E9B-44E9-8230-BCBCF5CB0D14}" srcOrd="4" destOrd="0" presId="urn:microsoft.com/office/officeart/2005/8/layout/chevron2"/>
    <dgm:cxn modelId="{1A5B3E4C-851A-4D17-8846-F299AAB60815}" type="presParOf" srcId="{0EB47D09-4E9B-44E9-8230-BCBCF5CB0D14}" destId="{A45B10CF-87CB-49C5-B2D0-12EC0E7A0665}" srcOrd="0" destOrd="0" presId="urn:microsoft.com/office/officeart/2005/8/layout/chevron2"/>
    <dgm:cxn modelId="{71DB5859-DA66-4016-BB5C-55442B678EC0}" type="presParOf" srcId="{0EB47D09-4E9B-44E9-8230-BCBCF5CB0D14}" destId="{DA53C6CD-4FE3-4ACF-876B-4C5A91FDF12D}" srcOrd="1" destOrd="0" presId="urn:microsoft.com/office/officeart/2005/8/layout/chevron2"/>
    <dgm:cxn modelId="{4DDA8A22-8C94-4055-B82A-3C0CA41AA9A7}" type="presParOf" srcId="{4D57971D-D058-40E4-89EA-6927B03D2794}" destId="{660FC5CA-1EF3-4C17-A8C7-791FDFE00F47}" srcOrd="5" destOrd="0" presId="urn:microsoft.com/office/officeart/2005/8/layout/chevron2"/>
    <dgm:cxn modelId="{0350612F-696B-457D-B898-447D810B223F}" type="presParOf" srcId="{4D57971D-D058-40E4-89EA-6927B03D2794}" destId="{83E1F2FE-778F-4EDC-AAE9-F56269CE2BE2}" srcOrd="6" destOrd="0" presId="urn:microsoft.com/office/officeart/2005/8/layout/chevron2"/>
    <dgm:cxn modelId="{3A0062E3-F80A-4F06-8E54-E27BD5C1C82C}" type="presParOf" srcId="{83E1F2FE-778F-4EDC-AAE9-F56269CE2BE2}" destId="{288B8E2F-CCE7-47F3-9FB2-458FC132F0CA}" srcOrd="0" destOrd="0" presId="urn:microsoft.com/office/officeart/2005/8/layout/chevron2"/>
    <dgm:cxn modelId="{140CD3BD-A93A-43B7-AAF6-F276D0F1B17A}" type="presParOf" srcId="{83E1F2FE-778F-4EDC-AAE9-F56269CE2BE2}" destId="{EADD0EF0-6D42-4755-8CB1-D44CBA0035C6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80B74-527C-4A3B-BB22-2873685F745C}">
      <dsp:nvSpPr>
        <dsp:cNvPr id="0" name=""/>
        <dsp:cNvSpPr/>
      </dsp:nvSpPr>
      <dsp:spPr>
        <a:xfrm rot="5400000">
          <a:off x="-227659" y="228989"/>
          <a:ext cx="1517733" cy="1062413"/>
        </a:xfrm>
        <a:prstGeom prst="chevron">
          <a:avLst/>
        </a:prstGeom>
        <a:solidFill>
          <a:schemeClr val="accen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Data ingestion</a:t>
          </a:r>
          <a:endParaRPr lang="en-ZA" sz="1200" b="1" kern="1200" dirty="0"/>
        </a:p>
      </dsp:txBody>
      <dsp:txXfrm rot="-5400000">
        <a:off x="2" y="532536"/>
        <a:ext cx="1062413" cy="455320"/>
      </dsp:txXfrm>
    </dsp:sp>
    <dsp:sp modelId="{D30FE7A7-EE20-468C-9F99-B69B1D24C438}">
      <dsp:nvSpPr>
        <dsp:cNvPr id="0" name=""/>
        <dsp:cNvSpPr/>
      </dsp:nvSpPr>
      <dsp:spPr>
        <a:xfrm rot="5400000">
          <a:off x="3198002" y="-2134259"/>
          <a:ext cx="986526" cy="52577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Import selected features.</a:t>
          </a:r>
          <a:endParaRPr lang="en-Z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Lag features by a month.</a:t>
          </a:r>
          <a:endParaRPr lang="en-Z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50 features and 239 months of data</a:t>
          </a:r>
          <a:endParaRPr lang="en-ZA" sz="1500" kern="1200" dirty="0"/>
        </a:p>
      </dsp:txBody>
      <dsp:txXfrm rot="-5400000">
        <a:off x="1062413" y="49488"/>
        <a:ext cx="5209547" cy="890210"/>
      </dsp:txXfrm>
    </dsp:sp>
    <dsp:sp modelId="{44257FC3-AEC7-47DC-AA2B-D403C65F7017}">
      <dsp:nvSpPr>
        <dsp:cNvPr id="0" name=""/>
        <dsp:cNvSpPr/>
      </dsp:nvSpPr>
      <dsp:spPr>
        <a:xfrm rot="5400000">
          <a:off x="-227659" y="1602602"/>
          <a:ext cx="1517733" cy="1062413"/>
        </a:xfrm>
        <a:prstGeom prst="chevron">
          <a:avLst/>
        </a:prstGeom>
        <a:solidFill>
          <a:schemeClr val="accent2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Combinatorial cross-validation</a:t>
          </a:r>
          <a:endParaRPr lang="en-ZA" sz="1200" b="1" kern="1200" dirty="0"/>
        </a:p>
      </dsp:txBody>
      <dsp:txXfrm rot="-5400000">
        <a:off x="2" y="1906149"/>
        <a:ext cx="1062413" cy="455320"/>
      </dsp:txXfrm>
    </dsp:sp>
    <dsp:sp modelId="{5651F2D9-4014-4DD3-9439-4C978F004EA3}">
      <dsp:nvSpPr>
        <dsp:cNvPr id="0" name=""/>
        <dsp:cNvSpPr/>
      </dsp:nvSpPr>
      <dsp:spPr>
        <a:xfrm rot="5400000">
          <a:off x="3198002" y="-760647"/>
          <a:ext cx="986526" cy="52577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CV splits = 10 (~24m each split), test splits = 2 (~48m), Purge gap =9m.</a:t>
          </a:r>
          <a:endParaRPr lang="en-Z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Parameters tuned: learning rate, </a:t>
          </a:r>
          <a:r>
            <a:rPr lang="en-US" sz="1500" kern="1200" dirty="0" err="1"/>
            <a:t>max_depth</a:t>
          </a:r>
          <a:r>
            <a:rPr lang="en-US" sz="1500" kern="1200" dirty="0"/>
            <a:t>.</a:t>
          </a:r>
          <a:endParaRPr lang="en-Z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Output best parameters.</a:t>
          </a:r>
          <a:endParaRPr lang="en-ZA" sz="1500" kern="1200" dirty="0"/>
        </a:p>
      </dsp:txBody>
      <dsp:txXfrm rot="-5400000">
        <a:off x="1062413" y="1423100"/>
        <a:ext cx="5209547" cy="890210"/>
      </dsp:txXfrm>
    </dsp:sp>
    <dsp:sp modelId="{A45B10CF-87CB-49C5-B2D0-12EC0E7A0665}">
      <dsp:nvSpPr>
        <dsp:cNvPr id="0" name=""/>
        <dsp:cNvSpPr/>
      </dsp:nvSpPr>
      <dsp:spPr>
        <a:xfrm rot="5400000">
          <a:off x="-227659" y="2976214"/>
          <a:ext cx="1517733" cy="1062413"/>
        </a:xfrm>
        <a:prstGeom prst="chevron">
          <a:avLst/>
        </a:prstGeom>
        <a:solidFill>
          <a:schemeClr val="accent2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1200" b="1" kern="1200" dirty="0"/>
            <a:t>Walk-forward validations</a:t>
          </a:r>
        </a:p>
      </dsp:txBody>
      <dsp:txXfrm rot="-5400000">
        <a:off x="2" y="3279761"/>
        <a:ext cx="1062413" cy="455320"/>
      </dsp:txXfrm>
    </dsp:sp>
    <dsp:sp modelId="{DA53C6CD-4FE3-4ACF-876B-4C5A91FDF12D}">
      <dsp:nvSpPr>
        <dsp:cNvPr id="0" name=""/>
        <dsp:cNvSpPr/>
      </dsp:nvSpPr>
      <dsp:spPr>
        <a:xfrm rot="5400000">
          <a:off x="3198002" y="612964"/>
          <a:ext cx="986526" cy="52577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Use best parameters to make predictions.</a:t>
          </a:r>
          <a:endParaRPr lang="en-ZA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Make 12 forward prediction. </a:t>
          </a:r>
          <a:endParaRPr lang="en-ZA" sz="1500" kern="1200" dirty="0"/>
        </a:p>
      </dsp:txBody>
      <dsp:txXfrm rot="-5400000">
        <a:off x="1062413" y="2796711"/>
        <a:ext cx="5209547" cy="890210"/>
      </dsp:txXfrm>
    </dsp:sp>
    <dsp:sp modelId="{288B8E2F-CCE7-47F3-9FB2-458FC132F0CA}">
      <dsp:nvSpPr>
        <dsp:cNvPr id="0" name=""/>
        <dsp:cNvSpPr/>
      </dsp:nvSpPr>
      <dsp:spPr>
        <a:xfrm rot="5400000">
          <a:off x="-227659" y="4349826"/>
          <a:ext cx="1517733" cy="1062413"/>
        </a:xfrm>
        <a:prstGeom prst="chevron">
          <a:avLst/>
        </a:prstGeom>
        <a:solidFill>
          <a:schemeClr val="accent2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Code efficiency</a:t>
          </a:r>
          <a:endParaRPr lang="en-ZA" sz="1200" b="1" kern="1200" dirty="0"/>
        </a:p>
      </dsp:txBody>
      <dsp:txXfrm rot="-5400000">
        <a:off x="2" y="4653373"/>
        <a:ext cx="1062413" cy="455320"/>
      </dsp:txXfrm>
    </dsp:sp>
    <dsp:sp modelId="{EADD0EF0-6D42-4755-8CB1-D44CBA0035C6}">
      <dsp:nvSpPr>
        <dsp:cNvPr id="0" name=""/>
        <dsp:cNvSpPr/>
      </dsp:nvSpPr>
      <dsp:spPr>
        <a:xfrm rot="5400000">
          <a:off x="3198002" y="1986577"/>
          <a:ext cx="986526" cy="525770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9525" rIns="9525" bIns="952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The CCV is very slow limiting the number of parameters one can tune.</a:t>
          </a:r>
          <a:endParaRPr lang="en-ZA" sz="1500" kern="1200" dirty="0"/>
        </a:p>
      </dsp:txBody>
      <dsp:txXfrm rot="-5400000">
        <a:off x="1062413" y="4170324"/>
        <a:ext cx="5209547" cy="890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8/14/2025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40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5417A-19BF-1D4E-6A02-89E3429AF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07D8F7-130B-3338-A882-99842D8F79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DDCDD-4CC8-5879-E527-12DA867AE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FB023-104A-BDB7-F47A-F94874CA2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7891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7CB02-C5E7-F5BC-600C-4839A73A4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7D662C-2F7B-997D-D23F-7DC0F541C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C98A1-0F0E-F101-29C3-D898A4E16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44E0-36BF-2F7E-8812-8B1EC86A8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448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7671816" cy="2103120"/>
          </a:xfrm>
        </p:spPr>
        <p:txBody>
          <a:bodyPr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9296AFE-5FB8-52A4-3111-3B53DBE4DB3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200400"/>
            <a:ext cx="10149840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Freeform: Shape 12">
            <a:extLst>
              <a:ext uri="{FF2B5EF4-FFF2-40B4-BE49-F238E27FC236}">
                <a16:creationId xmlns:a16="http://schemas.microsoft.com/office/drawing/2014/main" id="{809C5320-0161-C582-141C-55F06D4F3BAE}"/>
              </a:ext>
            </a:extLst>
          </p:cNvPr>
          <p:cNvSpPr/>
          <p:nvPr userDrawn="1"/>
        </p:nvSpPr>
        <p:spPr>
          <a:xfrm>
            <a:off x="8893126" y="35193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9C982F3-4477-76AC-0429-350585A39FFA}"/>
              </a:ext>
            </a:extLst>
          </p:cNvPr>
          <p:cNvSpPr/>
          <p:nvPr userDrawn="1"/>
        </p:nvSpPr>
        <p:spPr>
          <a:xfrm>
            <a:off x="5255120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7">
            <a:extLst>
              <a:ext uri="{FF2B5EF4-FFF2-40B4-BE49-F238E27FC236}">
                <a16:creationId xmlns:a16="http://schemas.microsoft.com/office/drawing/2014/main" id="{87A8F7B2-0552-AAD4-9DE2-845DE10CA10A}"/>
              </a:ext>
            </a:extLst>
          </p:cNvPr>
          <p:cNvSpPr/>
          <p:nvPr userDrawn="1"/>
        </p:nvSpPr>
        <p:spPr>
          <a:xfrm>
            <a:off x="6710252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95DA7FF-BAA0-F04C-CA6C-16E9C2D55593}"/>
              </a:ext>
            </a:extLst>
          </p:cNvPr>
          <p:cNvSpPr/>
          <p:nvPr userDrawn="1"/>
        </p:nvSpPr>
        <p:spPr>
          <a:xfrm>
            <a:off x="879765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68D9CEC-53B7-B8DC-B77E-E3F86681879C}"/>
              </a:ext>
            </a:extLst>
          </p:cNvPr>
          <p:cNvSpPr/>
          <p:nvPr userDrawn="1"/>
        </p:nvSpPr>
        <p:spPr>
          <a:xfrm>
            <a:off x="2336512" y="-9525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9222D4D6-56B1-C4C3-0E51-FB22F0CD902B}"/>
              </a:ext>
            </a:extLst>
          </p:cNvPr>
          <p:cNvSpPr/>
          <p:nvPr userDrawn="1"/>
        </p:nvSpPr>
        <p:spPr>
          <a:xfrm>
            <a:off x="8160084" y="-10376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0E6292F0-9E78-C98C-097B-30DEBBC1B179}"/>
              </a:ext>
            </a:extLst>
          </p:cNvPr>
          <p:cNvSpPr/>
          <p:nvPr userDrawn="1"/>
        </p:nvSpPr>
        <p:spPr>
          <a:xfrm>
            <a:off x="9615216" y="0"/>
            <a:ext cx="1330247" cy="603188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2">
            <a:extLst>
              <a:ext uri="{FF2B5EF4-FFF2-40B4-BE49-F238E27FC236}">
                <a16:creationId xmlns:a16="http://schemas.microsoft.com/office/drawing/2014/main" id="{315817B3-76DB-FDD0-60F7-E385C0E84F58}"/>
              </a:ext>
            </a:extLst>
          </p:cNvPr>
          <p:cNvSpPr/>
          <p:nvPr userDrawn="1"/>
        </p:nvSpPr>
        <p:spPr>
          <a:xfrm>
            <a:off x="10342958" y="320527"/>
            <a:ext cx="1331054" cy="150249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</p:spTree>
    <p:extLst>
      <p:ext uri="{BB962C8B-B14F-4D97-AF65-F5344CB8AC3E}">
        <p14:creationId xmlns:p14="http://schemas.microsoft.com/office/powerpoint/2010/main" val="389171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3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altLang="zh-CN" dirty="0"/>
              <a:t>Factor Timing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5029200" cy="2265292"/>
          </a:xfrm>
        </p:spPr>
        <p:txBody>
          <a:bodyPr>
            <a:normAutofit/>
          </a:bodyPr>
          <a:lstStyle/>
          <a:p>
            <a:r>
              <a:rPr lang="en-US" sz="2400" dirty="0"/>
              <a:t>Progress report:</a:t>
            </a:r>
          </a:p>
          <a:p>
            <a:pPr marL="1017270" lvl="1" indent="-285750"/>
            <a:r>
              <a:rPr lang="en-US" sz="1100" dirty="0"/>
              <a:t>Data labelling</a:t>
            </a:r>
          </a:p>
          <a:p>
            <a:pPr marL="1017270" lvl="1" indent="-285750"/>
            <a:r>
              <a:rPr lang="en-US" sz="1100" dirty="0"/>
              <a:t>Feature selection</a:t>
            </a:r>
          </a:p>
          <a:p>
            <a:pPr marL="1017270" lvl="1" indent="-285750"/>
            <a:r>
              <a:rPr lang="en-US" sz="1100" dirty="0"/>
              <a:t> </a:t>
            </a:r>
            <a:r>
              <a:rPr lang="en-US" sz="1100" dirty="0" err="1"/>
              <a:t>XGBoost</a:t>
            </a:r>
            <a:r>
              <a:rPr lang="en-US" sz="1100" dirty="0"/>
              <a:t> model training</a:t>
            </a: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D45FF-1E3B-E017-99A1-148A67A03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2491-275B-9722-AA7D-6BA7B7FA9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64" y="2433379"/>
            <a:ext cx="338608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Summary: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9381F-9911-FEBB-5D56-CF9FF8B4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C71012BD-BA2A-FF2A-C63E-38BA3174F0F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1644" y="1643233"/>
            <a:ext cx="8377515" cy="50783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Data labelling: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Trend scanning method.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38404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Feature selection: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Identified broad categories of indicators with strong predictive power from literature.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Generated additional features (from Danial Page).</a:t>
            </a:r>
            <a:endParaRPr kumimoji="0" lang="en-US" altLang="en-US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Feature importance – Mean Decreasing Accuracy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Arial" panose="020B0604020202020204" pitchFamily="34" charset="0"/>
              </a:rPr>
              <a:t>Permutate individual features into and out of a classifier, and measure the change in OOS accuracy of 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 err="1">
                <a:latin typeface="Arial" panose="020B0604020202020204" pitchFamily="34" charset="0"/>
              </a:rPr>
              <a:t>XGBoost</a:t>
            </a:r>
            <a:r>
              <a:rPr lang="en-US" altLang="en-US" b="1" dirty="0">
                <a:latin typeface="Arial" panose="020B0604020202020204" pitchFamily="34" charset="0"/>
              </a:rPr>
              <a:t> classifier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Arial" panose="020B0604020202020204" pitchFamily="34" charset="0"/>
              </a:rPr>
              <a:t>Combinatorial Purged Cross-Validation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Used for hyperparameter tunning.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Arial" panose="020B0604020202020204" pitchFamily="34" charset="0"/>
              </a:rPr>
              <a:t>Walk-forward validation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Use best parameters from CPCV and apply walk-forward validation for final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898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374" y="136456"/>
            <a:ext cx="10883154" cy="558488"/>
          </a:xfrm>
          <a:noFill/>
        </p:spPr>
        <p:txBody>
          <a:bodyPr anchor="b" anchorCtr="0">
            <a:noAutofit/>
          </a:bodyPr>
          <a:lstStyle/>
          <a:p>
            <a:r>
              <a:rPr lang="en-US" sz="3600" dirty="0"/>
              <a:t>D</a:t>
            </a:r>
            <a:r>
              <a:rPr lang="en-ZA" sz="3600" dirty="0" err="1"/>
              <a:t>ata</a:t>
            </a:r>
            <a:r>
              <a:rPr lang="en-ZA" sz="3600" dirty="0"/>
              <a:t> labelling: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231D8C-5C7D-BFD9-19A4-7628C140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6F4951-C469-1F2A-F850-25F16243BF5B}"/>
              </a:ext>
            </a:extLst>
          </p:cNvPr>
          <p:cNvSpPr txBox="1"/>
          <p:nvPr/>
        </p:nvSpPr>
        <p:spPr>
          <a:xfrm>
            <a:off x="903845" y="6291827"/>
            <a:ext cx="4468190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Value factor relative returns labels</a:t>
            </a:r>
            <a:endParaRPr lang="en-ZA" sz="12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28BDC9-2DAC-3F5B-5A8A-1ACE1D4AF97C}"/>
              </a:ext>
            </a:extLst>
          </p:cNvPr>
          <p:cNvSpPr txBox="1"/>
          <p:nvPr/>
        </p:nvSpPr>
        <p:spPr>
          <a:xfrm>
            <a:off x="6231309" y="6291826"/>
            <a:ext cx="4468190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Quality factor relative returns labels</a:t>
            </a:r>
            <a:endParaRPr lang="en-ZA" sz="12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D81B2-3BF5-AD03-A2EA-B63C20F643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390"/>
          <a:stretch>
            <a:fillRect/>
          </a:stretch>
        </p:blipFill>
        <p:spPr>
          <a:xfrm>
            <a:off x="914400" y="890332"/>
            <a:ext cx="4729064" cy="224606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E1795C8C-7A88-868F-D6CD-8FDA372B2C89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4"/>
          <a:srcRect t="4633"/>
          <a:stretch>
            <a:fillRect/>
          </a:stretch>
        </p:blipFill>
        <p:spPr>
          <a:xfrm>
            <a:off x="911888" y="3582032"/>
            <a:ext cx="4729063" cy="26358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6A3E67A-012B-7114-EBB6-CDF3C296D1B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951"/>
          <a:stretch>
            <a:fillRect/>
          </a:stretch>
        </p:blipFill>
        <p:spPr>
          <a:xfrm>
            <a:off x="6231309" y="3582032"/>
            <a:ext cx="5350535" cy="26358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660DAF4-4E9E-B36B-C934-4437B58E0165}"/>
              </a:ext>
            </a:extLst>
          </p:cNvPr>
          <p:cNvSpPr txBox="1"/>
          <p:nvPr/>
        </p:nvSpPr>
        <p:spPr>
          <a:xfrm>
            <a:off x="6231310" y="745509"/>
            <a:ext cx="5350534" cy="230832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Trend scanning technique: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Define the look-forward window, subdivide into expanding time windows.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Fit a linear regression between each sub-window, collect the regression slopes and t-stats.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Among all horizons, find the regression with the highest absolute t-stat.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bg1"/>
                </a:solidFill>
              </a:rPr>
              <a:t>Positive/negative slope = up/down trend.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702276-3A0E-2EB5-B4C0-A31A65ED9AF0}"/>
              </a:ext>
            </a:extLst>
          </p:cNvPr>
          <p:cNvSpPr txBox="1"/>
          <p:nvPr/>
        </p:nvSpPr>
        <p:spPr>
          <a:xfrm>
            <a:off x="911888" y="3216385"/>
            <a:ext cx="4468190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sz="1200" i="1" dirty="0">
                <a:solidFill>
                  <a:schemeClr val="bg1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Momentum factor relative returns labels</a:t>
            </a:r>
            <a:endParaRPr lang="en-ZA" sz="12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64A96-68E4-C14C-FE0A-8EE1ABD36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03AC0-8709-96C7-AD6D-20442EA9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86" y="159743"/>
            <a:ext cx="10883154" cy="795462"/>
          </a:xfrm>
          <a:noFill/>
        </p:spPr>
        <p:txBody>
          <a:bodyPr anchor="b" anchorCtr="0">
            <a:noAutofit/>
          </a:bodyPr>
          <a:lstStyle/>
          <a:p>
            <a:r>
              <a:rPr lang="en-ZA" sz="3600" dirty="0"/>
              <a:t>Features Selection: 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58DBAF-E08A-D2F8-71DD-BA481FE53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311FE9-6AEB-C166-8DE7-3434A9B6C3EC}"/>
              </a:ext>
            </a:extLst>
          </p:cNvPr>
          <p:cNvSpPr txBox="1"/>
          <p:nvPr/>
        </p:nvSpPr>
        <p:spPr>
          <a:xfrm>
            <a:off x="181086" y="1012237"/>
            <a:ext cx="9533517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Factor predictors with strong predictive power under four different market scenarios </a:t>
            </a:r>
            <a:endParaRPr lang="en-ZA" sz="14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85585632-E89A-6C1D-4F8D-77AF831707CC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181086" y="1489074"/>
            <a:ext cx="5196354" cy="40704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8B76C7-DB6B-127C-7051-5E326ECB8A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567" y="1489074"/>
            <a:ext cx="5196354" cy="40704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16B07D8-1EA6-8264-AD6A-C52CDC2BA772}"/>
              </a:ext>
            </a:extLst>
          </p:cNvPr>
          <p:cNvSpPr txBox="1"/>
          <p:nvPr/>
        </p:nvSpPr>
        <p:spPr>
          <a:xfrm>
            <a:off x="181086" y="5724088"/>
            <a:ext cx="9533517" cy="95410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</a:rPr>
              <a:t>Liquidity and price trends proved to be a crucial driver of factor returns in both normal and market crises conditions.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</a:rPr>
              <a:t>Value and momentum indicators were robust across emerging and developed markets.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</a:rPr>
              <a:t>Size, volatility, sentiment, macroeconomic, and technical indicators showed varying degrees of predictive strength across the four different scenarios.</a:t>
            </a:r>
          </a:p>
        </p:txBody>
      </p:sp>
    </p:spTree>
    <p:extLst>
      <p:ext uri="{BB962C8B-B14F-4D97-AF65-F5344CB8AC3E}">
        <p14:creationId xmlns:p14="http://schemas.microsoft.com/office/powerpoint/2010/main" val="189103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F4265-79D0-5AAB-FD13-E649A257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C9212-819E-9465-E41B-6426525A5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6813" y="65874"/>
            <a:ext cx="8923468" cy="490296"/>
          </a:xfrm>
        </p:spPr>
        <p:txBody>
          <a:bodyPr>
            <a:noAutofit/>
          </a:bodyPr>
          <a:lstStyle/>
          <a:p>
            <a:r>
              <a:rPr lang="en-US" sz="2800" dirty="0"/>
              <a:t>Feature Importance – Momentum Factor</a:t>
            </a:r>
            <a:endParaRPr lang="en-ZA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9CF4AA-1EF6-B8BF-7940-6BCF19A57820}"/>
              </a:ext>
            </a:extLst>
          </p:cNvPr>
          <p:cNvSpPr txBox="1"/>
          <p:nvPr/>
        </p:nvSpPr>
        <p:spPr>
          <a:xfrm>
            <a:off x="233620" y="1123905"/>
            <a:ext cx="5862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Correlation heatmap of Top 50 features  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622768-47BA-170A-5880-CEE18C4063BE}"/>
              </a:ext>
            </a:extLst>
          </p:cNvPr>
          <p:cNvSpPr txBox="1"/>
          <p:nvPr/>
        </p:nvSpPr>
        <p:spPr>
          <a:xfrm>
            <a:off x="6592823" y="1123905"/>
            <a:ext cx="5365555" cy="64633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Highly correlated features at correlation threshold = 0.75</a:t>
            </a: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(Top 20)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7E5C7-FA4B-52F0-998E-45B0C930CB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09" r="12810"/>
          <a:stretch>
            <a:fillRect/>
          </a:stretch>
        </p:blipFill>
        <p:spPr>
          <a:xfrm>
            <a:off x="168774" y="1642220"/>
            <a:ext cx="5793114" cy="4836828"/>
          </a:xfrm>
          <a:prstGeom prst="rect">
            <a:avLst/>
          </a:prstGeom>
        </p:spPr>
      </p:pic>
      <p:sp>
        <p:nvSpPr>
          <p:cNvPr id="10" name="Speech Bubble: Oval 9">
            <a:extLst>
              <a:ext uri="{FF2B5EF4-FFF2-40B4-BE49-F238E27FC236}">
                <a16:creationId xmlns:a16="http://schemas.microsoft.com/office/drawing/2014/main" id="{D9031BB3-4B2D-48E7-51D5-64E38ED137CC}"/>
              </a:ext>
            </a:extLst>
          </p:cNvPr>
          <p:cNvSpPr/>
          <p:nvPr/>
        </p:nvSpPr>
        <p:spPr>
          <a:xfrm>
            <a:off x="2770632" y="3150108"/>
            <a:ext cx="1255778" cy="704088"/>
          </a:xfrm>
          <a:prstGeom prst="wedgeEllipseCallout">
            <a:avLst>
              <a:gd name="adj1" fmla="val 106662"/>
              <a:gd name="adj2" fmla="val -16720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ysClr val="windowText" lastClr="000000"/>
                </a:solidFill>
              </a:rPr>
              <a:t>Investigate zero correlations</a:t>
            </a:r>
            <a:endParaRPr lang="en-ZA" sz="1000" b="1" dirty="0">
              <a:solidFill>
                <a:sysClr val="windowText" lastClr="00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CD8E91-7BFB-DAEB-45EA-B42C20BF2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9756" y="1812566"/>
            <a:ext cx="5010407" cy="408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979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BA5CF-8DF1-C4C7-053C-BD4CA1A6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6813" y="65874"/>
            <a:ext cx="8923468" cy="490296"/>
          </a:xfrm>
        </p:spPr>
        <p:txBody>
          <a:bodyPr>
            <a:noAutofit/>
          </a:bodyPr>
          <a:lstStyle/>
          <a:p>
            <a:r>
              <a:rPr lang="en-US" sz="2800" dirty="0"/>
              <a:t>Feature Importance – Momentum Factor</a:t>
            </a:r>
            <a:endParaRPr lang="en-ZA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E2D32-BE39-691A-D63A-59EF3947EF90}"/>
              </a:ext>
            </a:extLst>
          </p:cNvPr>
          <p:cNvSpPr txBox="1"/>
          <p:nvPr/>
        </p:nvSpPr>
        <p:spPr>
          <a:xfrm>
            <a:off x="3331284" y="556170"/>
            <a:ext cx="86545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Lopez de Prado – Mean Decrease 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ZA" sz="1400" dirty="0">
                <a:solidFill>
                  <a:schemeClr val="bg1"/>
                </a:solidFill>
              </a:rPr>
              <a:t>Mean Importance - </a:t>
            </a:r>
            <a:r>
              <a:rPr lang="en-US" sz="1400" dirty="0">
                <a:solidFill>
                  <a:schemeClr val="bg1"/>
                </a:solidFill>
              </a:rPr>
              <a:t>the average drop in </a:t>
            </a:r>
            <a:r>
              <a:rPr lang="en-US" sz="1400" b="1" dirty="0">
                <a:solidFill>
                  <a:schemeClr val="bg1"/>
                </a:solidFill>
              </a:rPr>
              <a:t>out-of-sample</a:t>
            </a:r>
            <a:r>
              <a:rPr lang="en-US" sz="1400" dirty="0">
                <a:solidFill>
                  <a:schemeClr val="bg1"/>
                </a:solidFill>
              </a:rPr>
              <a:t> performance when a feature is randomly permuted in the test set.</a:t>
            </a:r>
          </a:p>
          <a:p>
            <a:pPr lvl="1"/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111A4C-3CF8-20AF-F93C-CCC745C3BFE8}"/>
              </a:ext>
            </a:extLst>
          </p:cNvPr>
          <p:cNvSpPr txBox="1"/>
          <p:nvPr/>
        </p:nvSpPr>
        <p:spPr>
          <a:xfrm>
            <a:off x="6812279" y="1691640"/>
            <a:ext cx="5308001" cy="507831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Methodology</a:t>
            </a:r>
            <a:r>
              <a:rPr lang="en-US" sz="1800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Fit a classifier – </a:t>
            </a:r>
            <a:r>
              <a:rPr lang="en-US" dirty="0" err="1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XGBoost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(apply walk forward validation)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Der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ive OOS accuracy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Remove</a:t>
            </a: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ea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ch column of the feature matrix, one at a time.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Derive OOS accuracy after each column’s 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removal</a:t>
            </a: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.</a:t>
            </a:r>
            <a:endParaRPr lang="en-US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The importance of the feature is measured by the loss in performance caused by its removal.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ZA" sz="1800" b="1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Caveat to method: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ZA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Subject to substitution effect – given two highly correlated features, shuffling one still allows the other to contribute to predictions.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ZA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Gives the false impression that both features are less important.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FDC19A-FE3E-A964-DD33-12B421741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81" y="1691640"/>
            <a:ext cx="6390805" cy="461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54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E562E-09A5-3F4A-AB0F-CCB334D8E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78" y="87948"/>
            <a:ext cx="3931920" cy="1356804"/>
          </a:xfrm>
        </p:spPr>
        <p:txBody>
          <a:bodyPr>
            <a:normAutofit/>
          </a:bodyPr>
          <a:lstStyle/>
          <a:p>
            <a:r>
              <a:rPr lang="en-ZA" dirty="0" err="1"/>
              <a:t>XGBoost</a:t>
            </a:r>
            <a:r>
              <a:rPr lang="en-ZA" dirty="0"/>
              <a:t>  Classifier: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4A4140D-5B37-D019-F090-DAB639A041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9941673"/>
              </p:ext>
            </p:extLst>
          </p:nvPr>
        </p:nvGraphicFramePr>
        <p:xfrm>
          <a:off x="5647762" y="804394"/>
          <a:ext cx="6320119" cy="5641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8770DA-7B8E-AB9B-9283-068CB8AB46A4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5FCA76-FBD8-839C-59C1-ACF7E85A8A9E}"/>
              </a:ext>
            </a:extLst>
          </p:cNvPr>
          <p:cNvSpPr txBox="1"/>
          <p:nvPr/>
        </p:nvSpPr>
        <p:spPr>
          <a:xfrm>
            <a:off x="285078" y="1582340"/>
            <a:ext cx="51905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Combinatorial Purged Cross-Validation: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Split data into smaller subsections.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ZA" dirty="0">
                <a:solidFill>
                  <a:schemeClr val="bg1"/>
                </a:solidFill>
              </a:rPr>
              <a:t>Generate multiple unique combinations of training and testing sets.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ZA" dirty="0">
                <a:solidFill>
                  <a:schemeClr val="bg1"/>
                </a:solidFill>
              </a:rPr>
              <a:t>Parameters are then optimized on these splits.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ZA" dirty="0">
                <a:solidFill>
                  <a:schemeClr val="bg1"/>
                </a:solidFill>
              </a:rPr>
              <a:t>Aggregate the resulting parameter sets </a:t>
            </a:r>
            <a:r>
              <a:rPr lang="en-US" dirty="0">
                <a:solidFill>
                  <a:schemeClr val="bg1"/>
                </a:solidFill>
              </a:rPr>
              <a:t>identify the most robust 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Walk-forward validation: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Train on the training dataset and predict the first step in the test dataset.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Then add the real observation from the test set to the training dataset.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1"/>
                </a:solidFill>
              </a:rPr>
              <a:t>Refit the model, then have the model predict the next step in the test dataset.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80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C35B1-F69E-BAEF-B0FE-620DB092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26EF9-685B-B161-13AE-761CEC763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86" y="159743"/>
            <a:ext cx="10883154" cy="795462"/>
          </a:xfrm>
          <a:noFill/>
        </p:spPr>
        <p:txBody>
          <a:bodyPr anchor="b" anchorCtr="0">
            <a:noAutofit/>
          </a:bodyPr>
          <a:lstStyle/>
          <a:p>
            <a:r>
              <a:rPr lang="en-ZA" sz="3600" dirty="0"/>
              <a:t>Preliminary Results – 12 month predictions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9D7686-485E-4BFB-D479-0A5DCD46A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94543-8B9A-6BCC-86E6-B6F140A9CE84}"/>
              </a:ext>
            </a:extLst>
          </p:cNvPr>
          <p:cNvSpPr txBox="1"/>
          <p:nvPr/>
        </p:nvSpPr>
        <p:spPr>
          <a:xfrm>
            <a:off x="181086" y="1012237"/>
            <a:ext cx="5441577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1. Best parameters from CPCV: </a:t>
            </a:r>
            <a:endParaRPr lang="en-ZA" sz="14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7C9DBE-9E8E-FC35-C8A5-818466ACD55E}"/>
              </a:ext>
            </a:extLst>
          </p:cNvPr>
          <p:cNvPicPr>
            <a:picLocks noGrp="1" noChangeAspect="1"/>
          </p:cNvPicPr>
          <p:nvPr>
            <p:ph idx="14"/>
          </p:nvPr>
        </p:nvPicPr>
        <p:blipFill>
          <a:blip r:embed="rId3"/>
          <a:stretch>
            <a:fillRect/>
          </a:stretch>
        </p:blipFill>
        <p:spPr>
          <a:xfrm>
            <a:off x="6212491" y="3894256"/>
            <a:ext cx="5287841" cy="28352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E1F187-92CA-7C47-F147-A63AA7AE4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075" y="1450182"/>
            <a:ext cx="5401584" cy="18828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059CD9-C6D4-631B-9542-2EFFD1E94F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079" y="3894256"/>
            <a:ext cx="4341777" cy="28352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C7FA0E5-62BB-8FE4-6B56-798BFA1DB058}"/>
              </a:ext>
            </a:extLst>
          </p:cNvPr>
          <p:cNvSpPr txBox="1"/>
          <p:nvPr/>
        </p:nvSpPr>
        <p:spPr>
          <a:xfrm>
            <a:off x="201082" y="3429000"/>
            <a:ext cx="5441577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2. Prediction results: </a:t>
            </a:r>
            <a:endParaRPr lang="en-ZA" sz="14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D78542-37D2-6DD8-5269-3FEA59DA530C}"/>
              </a:ext>
            </a:extLst>
          </p:cNvPr>
          <p:cNvSpPr txBox="1"/>
          <p:nvPr/>
        </p:nvSpPr>
        <p:spPr>
          <a:xfrm>
            <a:off x="6211184" y="3429000"/>
            <a:ext cx="5441577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ZA" dirty="0">
                <a:solidFill>
                  <a:schemeClr val="bg1"/>
                </a:solidFill>
              </a:rPr>
              <a:t>3. Visual of Actuals vs Predictions: </a:t>
            </a:r>
            <a:endParaRPr lang="en-ZA" sz="1400" i="1" dirty="0">
              <a:solidFill>
                <a:schemeClr val="bg1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58DB405-7987-D3AC-7C91-00C4C7DB00A8}"/>
              </a:ext>
            </a:extLst>
          </p:cNvPr>
          <p:cNvSpPr txBox="1"/>
          <p:nvPr/>
        </p:nvSpPr>
        <p:spPr>
          <a:xfrm>
            <a:off x="6211184" y="1390713"/>
            <a:ext cx="4023360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Model results are expected to impr</a:t>
            </a: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ove once we: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Incorporate all features.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prstClr val="white"/>
                </a:solidFill>
                <a:latin typeface="Posterama" panose="020B0504020200020000" pitchFamily="34" charset="0"/>
                <a:ea typeface="微软雅黑"/>
                <a:cs typeface="Posterama" panose="020B0504020200020000" pitchFamily="34" charset="0"/>
              </a:rPr>
              <a:t>Apply formal data pre-processing.</a:t>
            </a: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ZA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061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5E674-8006-316C-4F9B-1BF50E2DD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In progress: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9AE85-697B-EB16-5089-F1D91D311AC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Create a data preprocessing workflow.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400" dirty="0"/>
              <a:t>Model training:</a:t>
            </a:r>
          </a:p>
          <a:p>
            <a:pPr marL="1017270" lvl="1" indent="-285750"/>
            <a:r>
              <a:rPr lang="en-ZA" sz="1700" dirty="0"/>
              <a:t>Logistic regression</a:t>
            </a:r>
          </a:p>
          <a:p>
            <a:pPr marL="1017270" lvl="1" indent="-285750"/>
            <a:r>
              <a:rPr lang="en-ZA" sz="1700" dirty="0"/>
              <a:t>GAM.</a:t>
            </a:r>
          </a:p>
          <a:p>
            <a:endParaRPr lang="en-ZA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sz="2400" dirty="0"/>
          </a:p>
        </p:txBody>
      </p:sp>
    </p:spTree>
    <p:extLst>
      <p:ext uri="{BB962C8B-B14F-4D97-AF65-F5344CB8AC3E}">
        <p14:creationId xmlns:p14="http://schemas.microsoft.com/office/powerpoint/2010/main" val="415726347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BBSettings xmlns="http://schemas.bloomberg.com/settings/1.0">
  <Item name="DocumentId_Charts">{CF2D7E4F-8BDC-4BD9-88AB-FB7995453E03}</Item>
  <Item xmlns="" name="ShapesMap_Charts">{"{CF2D7E4F-8BDC-4BD9-88AB-FB7995453E03}":{"261":{},"269":{},"279":{},"297":{},"298":{}}}</Item>
</BBSettings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purl.org/dc/terms/"/>
    <ds:schemaRef ds:uri="230e9df3-be65-4c73-a93b-d1236ebd677e"/>
    <ds:schemaRef ds:uri="16c05727-aa75-4e4a-9b5f-8a80a1165891"/>
    <ds:schemaRef ds:uri="71af3243-3dd4-4a8d-8c0d-dd76da1f02a5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BAF2D56-7C34-40CE-BD75-81956C65B455}">
  <ds:schemaRefs>
    <ds:schemaRef ds:uri="http://schemas.bloomberg.com/settings/1.0"/>
    <ds:schemaRef ds:uri=""/>
  </ds:schemaRefs>
</ds:datastoreItem>
</file>

<file path=docMetadata/LabelInfo.xml><?xml version="1.0" encoding="utf-8"?>
<clbl:labelList xmlns:clbl="http://schemas.microsoft.com/office/2020/mipLabelMetadata">
  <clbl:label id="{70c52299-74de-4dfd-b117-c9c408edfa50}" enabled="1" method="Standard" siteId="{853cbaab-a620-4178-8933-88d76414184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4506</TotalTime>
  <Words>636</Words>
  <Application>Microsoft Office PowerPoint</Application>
  <PresentationFormat>Widescreen</PresentationFormat>
  <Paragraphs>93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等线</vt:lpstr>
      <vt:lpstr>Abadi</vt:lpstr>
      <vt:lpstr>Arial</vt:lpstr>
      <vt:lpstr>Calibri</vt:lpstr>
      <vt:lpstr>Posterama</vt:lpstr>
      <vt:lpstr>Posterama Text SemiBold</vt:lpstr>
      <vt:lpstr>Wingdings</vt:lpstr>
      <vt:lpstr>Custom</vt:lpstr>
      <vt:lpstr>Factor Timing</vt:lpstr>
      <vt:lpstr>Summary:</vt:lpstr>
      <vt:lpstr>Data labelling:</vt:lpstr>
      <vt:lpstr>Features Selection: </vt:lpstr>
      <vt:lpstr>Feature Importance – Momentum Factor</vt:lpstr>
      <vt:lpstr>Feature Importance – Momentum Factor</vt:lpstr>
      <vt:lpstr>XGBoost  Classifier:</vt:lpstr>
      <vt:lpstr>Preliminary Results – 12 month predictions</vt:lpstr>
      <vt:lpstr>In progress: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Cathy Hlungwani</dc:creator>
  <cp:lastModifiedBy>Cathy Hlungwani</cp:lastModifiedBy>
  <cp:revision>2570</cp:revision>
  <dcterms:created xsi:type="dcterms:W3CDTF">2025-02-24T18:22:11Z</dcterms:created>
  <dcterms:modified xsi:type="dcterms:W3CDTF">2025-08-15T04:38:36Z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